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5"/>
  </p:notesMasterIdLst>
  <p:handoutMasterIdLst>
    <p:handoutMasterId r:id="rId16"/>
  </p:handoutMasterIdLst>
  <p:sldIdLst>
    <p:sldId id="256" r:id="rId5"/>
    <p:sldId id="277" r:id="rId6"/>
    <p:sldId id="278" r:id="rId7"/>
    <p:sldId id="260" r:id="rId8"/>
    <p:sldId id="295" r:id="rId9"/>
    <p:sldId id="296" r:id="rId10"/>
    <p:sldId id="297" r:id="rId11"/>
    <p:sldId id="298" r:id="rId12"/>
    <p:sldId id="299" r:id="rId13"/>
    <p:sldId id="30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B18D"/>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70E222-1E86-414A-9C90-1CC56C8CAD07}" v="67" dt="2026-03-03T22:54:11.050"/>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9" autoAdjust="0"/>
  </p:normalViewPr>
  <p:slideViewPr>
    <p:cSldViewPr snapToGrid="0">
      <p:cViewPr>
        <p:scale>
          <a:sx n="75" d="100"/>
          <a:sy n="75" d="100"/>
        </p:scale>
        <p:origin x="974" y="120"/>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notesMaster" Target="notesMasters/notesMaster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dant Nandanwar" userId="321d61576d3dc6aa" providerId="LiveId" clId="{56AD0BDF-72D9-4963-AB91-3F537BC5D2C0}"/>
    <pc:docChg chg="undo redo custSel addSld delSld modSld sldOrd">
      <pc:chgData name="Vedant Nandanwar" userId="321d61576d3dc6aa" providerId="LiveId" clId="{56AD0BDF-72D9-4963-AB91-3F537BC5D2C0}" dt="2026-03-04T06:55:51.314" v="609" actId="14100"/>
      <pc:docMkLst>
        <pc:docMk/>
      </pc:docMkLst>
      <pc:sldChg chg="modSp mod">
        <pc:chgData name="Vedant Nandanwar" userId="321d61576d3dc6aa" providerId="LiveId" clId="{56AD0BDF-72D9-4963-AB91-3F537BC5D2C0}" dt="2026-03-04T06:55:51.314" v="609" actId="14100"/>
        <pc:sldMkLst>
          <pc:docMk/>
          <pc:sldMk cId="1642425379" sldId="256"/>
        </pc:sldMkLst>
        <pc:spChg chg="mod">
          <ac:chgData name="Vedant Nandanwar" userId="321d61576d3dc6aa" providerId="LiveId" clId="{56AD0BDF-72D9-4963-AB91-3F537BC5D2C0}" dt="2026-03-04T06:55:51.314" v="609" actId="14100"/>
          <ac:spMkLst>
            <pc:docMk/>
            <pc:sldMk cId="1642425379" sldId="256"/>
            <ac:spMk id="3" creationId="{1901B20D-4C28-4DA3-ABBD-718C22A5E58B}"/>
          </ac:spMkLst>
        </pc:spChg>
      </pc:sldChg>
      <pc:sldChg chg="del">
        <pc:chgData name="Vedant Nandanwar" userId="321d61576d3dc6aa" providerId="LiveId" clId="{56AD0BDF-72D9-4963-AB91-3F537BC5D2C0}" dt="2026-03-03T22:48:25.124" v="591" actId="47"/>
        <pc:sldMkLst>
          <pc:docMk/>
          <pc:sldMk cId="707789176" sldId="258"/>
        </pc:sldMkLst>
      </pc:sldChg>
      <pc:sldChg chg="addSp modSp del">
        <pc:chgData name="Vedant Nandanwar" userId="321d61576d3dc6aa" providerId="LiveId" clId="{56AD0BDF-72D9-4963-AB91-3F537BC5D2C0}" dt="2026-03-03T22:48:25.124" v="591" actId="47"/>
        <pc:sldMkLst>
          <pc:docMk/>
          <pc:sldMk cId="1738561688" sldId="261"/>
        </pc:sldMkLst>
        <pc:graphicFrameChg chg="add mod">
          <ac:chgData name="Vedant Nandanwar" userId="321d61576d3dc6aa" providerId="LiveId" clId="{56AD0BDF-72D9-4963-AB91-3F537BC5D2C0}" dt="2026-03-03T21:53:14.002" v="97"/>
          <ac:graphicFrameMkLst>
            <pc:docMk/>
            <pc:sldMk cId="1738561688" sldId="261"/>
            <ac:graphicFrameMk id="14" creationId="{9F62ED63-BF06-2658-D607-3168B1B1B165}"/>
          </ac:graphicFrameMkLst>
        </pc:graphicFrameChg>
      </pc:sldChg>
      <pc:sldChg chg="del">
        <pc:chgData name="Vedant Nandanwar" userId="321d61576d3dc6aa" providerId="LiveId" clId="{56AD0BDF-72D9-4963-AB91-3F537BC5D2C0}" dt="2026-03-03T22:48:25.124" v="591" actId="47"/>
        <pc:sldMkLst>
          <pc:docMk/>
          <pc:sldMk cId="1593920805" sldId="262"/>
        </pc:sldMkLst>
      </pc:sldChg>
      <pc:sldChg chg="del">
        <pc:chgData name="Vedant Nandanwar" userId="321d61576d3dc6aa" providerId="LiveId" clId="{56AD0BDF-72D9-4963-AB91-3F537BC5D2C0}" dt="2026-03-03T22:48:25.124" v="591" actId="47"/>
        <pc:sldMkLst>
          <pc:docMk/>
          <pc:sldMk cId="1346372204" sldId="264"/>
        </pc:sldMkLst>
      </pc:sldChg>
      <pc:sldChg chg="del">
        <pc:chgData name="Vedant Nandanwar" userId="321d61576d3dc6aa" providerId="LiveId" clId="{56AD0BDF-72D9-4963-AB91-3F537BC5D2C0}" dt="2026-03-03T22:48:25.124" v="591" actId="47"/>
        <pc:sldMkLst>
          <pc:docMk/>
          <pc:sldMk cId="2121178069" sldId="266"/>
        </pc:sldMkLst>
      </pc:sldChg>
      <pc:sldChg chg="del">
        <pc:chgData name="Vedant Nandanwar" userId="321d61576d3dc6aa" providerId="LiveId" clId="{56AD0BDF-72D9-4963-AB91-3F537BC5D2C0}" dt="2026-03-03T22:48:25.124" v="591" actId="47"/>
        <pc:sldMkLst>
          <pc:docMk/>
          <pc:sldMk cId="4151694508" sldId="268"/>
        </pc:sldMkLst>
      </pc:sldChg>
      <pc:sldChg chg="del">
        <pc:chgData name="Vedant Nandanwar" userId="321d61576d3dc6aa" providerId="LiveId" clId="{56AD0BDF-72D9-4963-AB91-3F537BC5D2C0}" dt="2026-03-03T22:48:25.124" v="591" actId="47"/>
        <pc:sldMkLst>
          <pc:docMk/>
          <pc:sldMk cId="1472106130" sldId="270"/>
        </pc:sldMkLst>
      </pc:sldChg>
      <pc:sldChg chg="del">
        <pc:chgData name="Vedant Nandanwar" userId="321d61576d3dc6aa" providerId="LiveId" clId="{56AD0BDF-72D9-4963-AB91-3F537BC5D2C0}" dt="2026-03-03T22:48:25.124" v="591" actId="47"/>
        <pc:sldMkLst>
          <pc:docMk/>
          <pc:sldMk cId="920173932" sldId="275"/>
        </pc:sldMkLst>
      </pc:sldChg>
      <pc:sldChg chg="addSp delSp modSp add del mod">
        <pc:chgData name="Vedant Nandanwar" userId="321d61576d3dc6aa" providerId="LiveId" clId="{56AD0BDF-72D9-4963-AB91-3F537BC5D2C0}" dt="2026-03-03T22:48:46.706" v="596" actId="47"/>
        <pc:sldMkLst>
          <pc:docMk/>
          <pc:sldMk cId="2436493926" sldId="276"/>
        </pc:sldMkLst>
        <pc:spChg chg="del">
          <ac:chgData name="Vedant Nandanwar" userId="321d61576d3dc6aa" providerId="LiveId" clId="{56AD0BDF-72D9-4963-AB91-3F537BC5D2C0}" dt="2026-03-03T22:48:37.327" v="594" actId="478"/>
          <ac:spMkLst>
            <pc:docMk/>
            <pc:sldMk cId="2436493926" sldId="276"/>
            <ac:spMk id="3" creationId="{24AFFC60-19C3-4901-93F7-7AAF4C09F8C6}"/>
          </ac:spMkLst>
        </pc:spChg>
        <pc:spChg chg="add del mod">
          <ac:chgData name="Vedant Nandanwar" userId="321d61576d3dc6aa" providerId="LiveId" clId="{56AD0BDF-72D9-4963-AB91-3F537BC5D2C0}" dt="2026-03-03T22:48:42.115" v="595" actId="478"/>
          <ac:spMkLst>
            <pc:docMk/>
            <pc:sldMk cId="2436493926" sldId="276"/>
            <ac:spMk id="8" creationId="{B2921F3E-1F9F-97BB-79A3-B37316E87F72}"/>
          </ac:spMkLst>
        </pc:spChg>
      </pc:sldChg>
      <pc:sldChg chg="modSp mod">
        <pc:chgData name="Vedant Nandanwar" userId="321d61576d3dc6aa" providerId="LiveId" clId="{56AD0BDF-72D9-4963-AB91-3F537BC5D2C0}" dt="2026-03-04T06:44:51.016" v="606" actId="20577"/>
        <pc:sldMkLst>
          <pc:docMk/>
          <pc:sldMk cId="2243494996" sldId="277"/>
        </pc:sldMkLst>
        <pc:spChg chg="mod">
          <ac:chgData name="Vedant Nandanwar" userId="321d61576d3dc6aa" providerId="LiveId" clId="{56AD0BDF-72D9-4963-AB91-3F537BC5D2C0}" dt="2026-03-04T06:44:51.016" v="606" actId="20577"/>
          <ac:spMkLst>
            <pc:docMk/>
            <pc:sldMk cId="2243494996" sldId="277"/>
            <ac:spMk id="3" creationId="{35E3EA69-4E0E-41BD-8095-A124225A2647}"/>
          </ac:spMkLst>
        </pc:spChg>
      </pc:sldChg>
      <pc:sldChg chg="modSp mod">
        <pc:chgData name="Vedant Nandanwar" userId="321d61576d3dc6aa" providerId="LiveId" clId="{56AD0BDF-72D9-4963-AB91-3F537BC5D2C0}" dt="2026-03-03T22:07:30.505" v="447" actId="20577"/>
        <pc:sldMkLst>
          <pc:docMk/>
          <pc:sldMk cId="2069393026" sldId="278"/>
        </pc:sldMkLst>
        <pc:spChg chg="mod">
          <ac:chgData name="Vedant Nandanwar" userId="321d61576d3dc6aa" providerId="LiveId" clId="{56AD0BDF-72D9-4963-AB91-3F537BC5D2C0}" dt="2026-03-03T22:07:30.505" v="447" actId="20577"/>
          <ac:spMkLst>
            <pc:docMk/>
            <pc:sldMk cId="2069393026" sldId="278"/>
            <ac:spMk id="7" creationId="{40297407-CE4E-4284-879D-AEC395713625}"/>
          </ac:spMkLst>
        </pc:spChg>
      </pc:sldChg>
      <pc:sldChg chg="del">
        <pc:chgData name="Vedant Nandanwar" userId="321d61576d3dc6aa" providerId="LiveId" clId="{56AD0BDF-72D9-4963-AB91-3F537BC5D2C0}" dt="2026-03-03T22:48:25.124" v="591" actId="47"/>
        <pc:sldMkLst>
          <pc:docMk/>
          <pc:sldMk cId="1417396711" sldId="280"/>
        </pc:sldMkLst>
      </pc:sldChg>
      <pc:sldChg chg="del">
        <pc:chgData name="Vedant Nandanwar" userId="321d61576d3dc6aa" providerId="LiveId" clId="{56AD0BDF-72D9-4963-AB91-3F537BC5D2C0}" dt="2026-03-03T22:48:25.124" v="591" actId="47"/>
        <pc:sldMkLst>
          <pc:docMk/>
          <pc:sldMk cId="3477453048" sldId="282"/>
        </pc:sldMkLst>
      </pc:sldChg>
      <pc:sldChg chg="del">
        <pc:chgData name="Vedant Nandanwar" userId="321d61576d3dc6aa" providerId="LiveId" clId="{56AD0BDF-72D9-4963-AB91-3F537BC5D2C0}" dt="2026-03-03T22:48:25.124" v="591" actId="47"/>
        <pc:sldMkLst>
          <pc:docMk/>
          <pc:sldMk cId="3396266754" sldId="283"/>
        </pc:sldMkLst>
      </pc:sldChg>
      <pc:sldChg chg="del">
        <pc:chgData name="Vedant Nandanwar" userId="321d61576d3dc6aa" providerId="LiveId" clId="{56AD0BDF-72D9-4963-AB91-3F537BC5D2C0}" dt="2026-03-03T22:48:25.124" v="591" actId="47"/>
        <pc:sldMkLst>
          <pc:docMk/>
          <pc:sldMk cId="1844941827" sldId="289"/>
        </pc:sldMkLst>
      </pc:sldChg>
      <pc:sldChg chg="del">
        <pc:chgData name="Vedant Nandanwar" userId="321d61576d3dc6aa" providerId="LiveId" clId="{56AD0BDF-72D9-4963-AB91-3F537BC5D2C0}" dt="2026-03-03T22:48:25.124" v="591" actId="47"/>
        <pc:sldMkLst>
          <pc:docMk/>
          <pc:sldMk cId="1177824853" sldId="290"/>
        </pc:sldMkLst>
      </pc:sldChg>
      <pc:sldChg chg="del">
        <pc:chgData name="Vedant Nandanwar" userId="321d61576d3dc6aa" providerId="LiveId" clId="{56AD0BDF-72D9-4963-AB91-3F537BC5D2C0}" dt="2026-03-03T22:48:25.124" v="591" actId="47"/>
        <pc:sldMkLst>
          <pc:docMk/>
          <pc:sldMk cId="404854312" sldId="292"/>
        </pc:sldMkLst>
      </pc:sldChg>
      <pc:sldChg chg="del">
        <pc:chgData name="Vedant Nandanwar" userId="321d61576d3dc6aa" providerId="LiveId" clId="{56AD0BDF-72D9-4963-AB91-3F537BC5D2C0}" dt="2026-03-03T22:48:25.124" v="591" actId="47"/>
        <pc:sldMkLst>
          <pc:docMk/>
          <pc:sldMk cId="473871986" sldId="293"/>
        </pc:sldMkLst>
      </pc:sldChg>
      <pc:sldChg chg="del">
        <pc:chgData name="Vedant Nandanwar" userId="321d61576d3dc6aa" providerId="LiveId" clId="{56AD0BDF-72D9-4963-AB91-3F537BC5D2C0}" dt="2026-03-03T22:48:25.124" v="591" actId="47"/>
        <pc:sldMkLst>
          <pc:docMk/>
          <pc:sldMk cId="3084972071" sldId="294"/>
        </pc:sldMkLst>
      </pc:sldChg>
      <pc:sldChg chg="addSp delSp modSp mod chgLayout">
        <pc:chgData name="Vedant Nandanwar" userId="321d61576d3dc6aa" providerId="LiveId" clId="{56AD0BDF-72D9-4963-AB91-3F537BC5D2C0}" dt="2026-03-03T21:55:25.734" v="122" actId="207"/>
        <pc:sldMkLst>
          <pc:docMk/>
          <pc:sldMk cId="1559042775" sldId="295"/>
        </pc:sldMkLst>
        <pc:spChg chg="mod">
          <ac:chgData name="Vedant Nandanwar" userId="321d61576d3dc6aa" providerId="LiveId" clId="{56AD0BDF-72D9-4963-AB91-3F537BC5D2C0}" dt="2026-03-03T21:54:51.682" v="114" actId="207"/>
          <ac:spMkLst>
            <pc:docMk/>
            <pc:sldMk cId="1559042775" sldId="295"/>
            <ac:spMk id="2" creationId="{457C453A-5525-2C82-9546-7E694D0EDD10}"/>
          </ac:spMkLst>
        </pc:spChg>
        <pc:spChg chg="mod">
          <ac:chgData name="Vedant Nandanwar" userId="321d61576d3dc6aa" providerId="LiveId" clId="{56AD0BDF-72D9-4963-AB91-3F537BC5D2C0}" dt="2026-03-03T21:54:51.682" v="114" actId="207"/>
          <ac:spMkLst>
            <pc:docMk/>
            <pc:sldMk cId="1559042775" sldId="295"/>
            <ac:spMk id="4" creationId="{AD6B1345-E1E2-F1CF-BD83-95AF303F036D}"/>
          </ac:spMkLst>
        </pc:spChg>
        <pc:spChg chg="add del">
          <ac:chgData name="Vedant Nandanwar" userId="321d61576d3dc6aa" providerId="LiveId" clId="{56AD0BDF-72D9-4963-AB91-3F537BC5D2C0}" dt="2026-03-03T21:54:42.754" v="113" actId="26606"/>
          <ac:spMkLst>
            <pc:docMk/>
            <pc:sldMk cId="1559042775" sldId="295"/>
            <ac:spMk id="7" creationId="{53214CE8-C089-15DC-5E48-50412FD9525C}"/>
          </ac:spMkLst>
        </pc:spChg>
        <pc:spChg chg="add del mod">
          <ac:chgData name="Vedant Nandanwar" userId="321d61576d3dc6aa" providerId="LiveId" clId="{56AD0BDF-72D9-4963-AB91-3F537BC5D2C0}" dt="2026-03-03T21:54:40.546" v="110" actId="26606"/>
          <ac:spMkLst>
            <pc:docMk/>
            <pc:sldMk cId="1559042775" sldId="295"/>
            <ac:spMk id="13" creationId="{46E761E7-6439-7272-2FBA-ADD5BDA08F9F}"/>
          </ac:spMkLst>
        </pc:spChg>
        <pc:spChg chg="add del mod">
          <ac:chgData name="Vedant Nandanwar" userId="321d61576d3dc6aa" providerId="LiveId" clId="{56AD0BDF-72D9-4963-AB91-3F537BC5D2C0}" dt="2026-03-03T21:54:40.546" v="110" actId="26606"/>
          <ac:spMkLst>
            <pc:docMk/>
            <pc:sldMk cId="1559042775" sldId="295"/>
            <ac:spMk id="15" creationId="{1F012F88-B288-ECAF-2EA3-AFC1D44FCFCE}"/>
          </ac:spMkLst>
        </pc:spChg>
        <pc:spChg chg="add del mod">
          <ac:chgData name="Vedant Nandanwar" userId="321d61576d3dc6aa" providerId="LiveId" clId="{56AD0BDF-72D9-4963-AB91-3F537BC5D2C0}" dt="2026-03-03T21:54:42.716" v="112" actId="26606"/>
          <ac:spMkLst>
            <pc:docMk/>
            <pc:sldMk cId="1559042775" sldId="295"/>
            <ac:spMk id="17" creationId="{573A3433-BD66-3917-CDF3-E4C26B419141}"/>
          </ac:spMkLst>
        </pc:spChg>
        <pc:spChg chg="add del mod">
          <ac:chgData name="Vedant Nandanwar" userId="321d61576d3dc6aa" providerId="LiveId" clId="{56AD0BDF-72D9-4963-AB91-3F537BC5D2C0}" dt="2026-03-03T21:54:42.716" v="112" actId="26606"/>
          <ac:spMkLst>
            <pc:docMk/>
            <pc:sldMk cId="1559042775" sldId="295"/>
            <ac:spMk id="18" creationId="{CD54F2F7-4DE4-2743-1874-AC30120051E4}"/>
          </ac:spMkLst>
        </pc:spChg>
        <pc:spChg chg="add mod">
          <ac:chgData name="Vedant Nandanwar" userId="321d61576d3dc6aa" providerId="LiveId" clId="{56AD0BDF-72D9-4963-AB91-3F537BC5D2C0}" dt="2026-03-03T21:54:51.682" v="114" actId="207"/>
          <ac:spMkLst>
            <pc:docMk/>
            <pc:sldMk cId="1559042775" sldId="295"/>
            <ac:spMk id="21" creationId="{46E761E7-6439-7272-2FBA-ADD5BDA08F9F}"/>
          </ac:spMkLst>
        </pc:spChg>
        <pc:spChg chg="add mod">
          <ac:chgData name="Vedant Nandanwar" userId="321d61576d3dc6aa" providerId="LiveId" clId="{56AD0BDF-72D9-4963-AB91-3F537BC5D2C0}" dt="2026-03-03T21:54:51.682" v="114" actId="207"/>
          <ac:spMkLst>
            <pc:docMk/>
            <pc:sldMk cId="1559042775" sldId="295"/>
            <ac:spMk id="22" creationId="{1F012F88-B288-ECAF-2EA3-AFC1D44FCFCE}"/>
          </ac:spMkLst>
        </pc:spChg>
        <pc:graphicFrameChg chg="add del">
          <ac:chgData name="Vedant Nandanwar" userId="321d61576d3dc6aa" providerId="LiveId" clId="{56AD0BDF-72D9-4963-AB91-3F537BC5D2C0}" dt="2026-03-03T21:54:40.546" v="110" actId="26606"/>
          <ac:graphicFrameMkLst>
            <pc:docMk/>
            <pc:sldMk cId="1559042775" sldId="295"/>
            <ac:graphicFrameMk id="9" creationId="{4A9266BC-A44F-CB18-38A1-EC61EE6A1A5E}"/>
          </ac:graphicFrameMkLst>
        </pc:graphicFrameChg>
        <pc:graphicFrameChg chg="add del">
          <ac:chgData name="Vedant Nandanwar" userId="321d61576d3dc6aa" providerId="LiveId" clId="{56AD0BDF-72D9-4963-AB91-3F537BC5D2C0}" dt="2026-03-03T21:54:42.716" v="112" actId="26606"/>
          <ac:graphicFrameMkLst>
            <pc:docMk/>
            <pc:sldMk cId="1559042775" sldId="295"/>
            <ac:graphicFrameMk id="19" creationId="{2B2B5981-AE78-840D-1E28-6B9C09473BB8}"/>
          </ac:graphicFrameMkLst>
        </pc:graphicFrameChg>
        <pc:graphicFrameChg chg="add mod modGraphic">
          <ac:chgData name="Vedant Nandanwar" userId="321d61576d3dc6aa" providerId="LiveId" clId="{56AD0BDF-72D9-4963-AB91-3F537BC5D2C0}" dt="2026-03-03T21:55:25.734" v="122" actId="207"/>
          <ac:graphicFrameMkLst>
            <pc:docMk/>
            <pc:sldMk cId="1559042775" sldId="295"/>
            <ac:graphicFrameMk id="23" creationId="{4A9266BC-A44F-CB18-38A1-EC61EE6A1A5E}"/>
          </ac:graphicFrameMkLst>
        </pc:graphicFrameChg>
      </pc:sldChg>
      <pc:sldChg chg="addSp delSp modSp add del mod modClrScheme chgLayout">
        <pc:chgData name="Vedant Nandanwar" userId="321d61576d3dc6aa" providerId="LiveId" clId="{56AD0BDF-72D9-4963-AB91-3F537BC5D2C0}" dt="2026-03-03T22:41:25.152" v="588" actId="47"/>
        <pc:sldMkLst>
          <pc:docMk/>
          <pc:sldMk cId="1224103384" sldId="296"/>
        </pc:sldMkLst>
        <pc:spChg chg="add del mod">
          <ac:chgData name="Vedant Nandanwar" userId="321d61576d3dc6aa" providerId="LiveId" clId="{56AD0BDF-72D9-4963-AB91-3F537BC5D2C0}" dt="2026-03-03T22:30:12.707" v="472" actId="26606"/>
          <ac:spMkLst>
            <pc:docMk/>
            <pc:sldMk cId="1224103384" sldId="296"/>
            <ac:spMk id="2" creationId="{4B167A46-56B9-3988-93AD-4FE4EE567A81}"/>
          </ac:spMkLst>
        </pc:spChg>
        <pc:spChg chg="mod ord modVis">
          <ac:chgData name="Vedant Nandanwar" userId="321d61576d3dc6aa" providerId="LiveId" clId="{56AD0BDF-72D9-4963-AB91-3F537BC5D2C0}" dt="2026-03-03T22:30:12.707" v="472" actId="26606"/>
          <ac:spMkLst>
            <pc:docMk/>
            <pc:sldMk cId="1224103384" sldId="296"/>
            <ac:spMk id="4" creationId="{520319EA-D9CD-0D79-3873-9C6424DC2BCE}"/>
          </ac:spMkLst>
        </pc:spChg>
        <pc:spChg chg="del">
          <ac:chgData name="Vedant Nandanwar" userId="321d61576d3dc6aa" providerId="LiveId" clId="{56AD0BDF-72D9-4963-AB91-3F537BC5D2C0}" dt="2026-03-03T22:28:34.053" v="449" actId="478"/>
          <ac:spMkLst>
            <pc:docMk/>
            <pc:sldMk cId="1224103384" sldId="296"/>
            <ac:spMk id="7" creationId="{EB6AC737-15AC-BD37-3224-0E45D19C18CC}"/>
          </ac:spMkLst>
        </pc:spChg>
        <pc:picChg chg="add mod">
          <ac:chgData name="Vedant Nandanwar" userId="321d61576d3dc6aa" providerId="LiveId" clId="{56AD0BDF-72D9-4963-AB91-3F537BC5D2C0}" dt="2026-03-03T22:31:44.035" v="492" actId="1076"/>
          <ac:picMkLst>
            <pc:docMk/>
            <pc:sldMk cId="1224103384" sldId="296"/>
            <ac:picMk id="8" creationId="{EDB469AC-2A55-11F7-0937-EB5029600653}"/>
          </ac:picMkLst>
        </pc:picChg>
        <pc:cxnChg chg="add mod">
          <ac:chgData name="Vedant Nandanwar" userId="321d61576d3dc6aa" providerId="LiveId" clId="{56AD0BDF-72D9-4963-AB91-3F537BC5D2C0}" dt="2026-03-03T22:30:56.044" v="475" actId="208"/>
          <ac:cxnSpMkLst>
            <pc:docMk/>
            <pc:sldMk cId="1224103384" sldId="296"/>
            <ac:cxnSpMk id="10" creationId="{621B37F4-5697-BFF1-12DF-AF300DEDDF01}"/>
          </ac:cxnSpMkLst>
        </pc:cxnChg>
        <pc:cxnChg chg="add mod">
          <ac:chgData name="Vedant Nandanwar" userId="321d61576d3dc6aa" providerId="LiveId" clId="{56AD0BDF-72D9-4963-AB91-3F537BC5D2C0}" dt="2026-03-03T22:31:02.649" v="477" actId="1076"/>
          <ac:cxnSpMkLst>
            <pc:docMk/>
            <pc:sldMk cId="1224103384" sldId="296"/>
            <ac:cxnSpMk id="12" creationId="{2B167C9C-D595-6F40-476B-C137C05FC965}"/>
          </ac:cxnSpMkLst>
        </pc:cxnChg>
        <pc:cxnChg chg="add mod">
          <ac:chgData name="Vedant Nandanwar" userId="321d61576d3dc6aa" providerId="LiveId" clId="{56AD0BDF-72D9-4963-AB91-3F537BC5D2C0}" dt="2026-03-03T22:31:09.193" v="479" actId="1076"/>
          <ac:cxnSpMkLst>
            <pc:docMk/>
            <pc:sldMk cId="1224103384" sldId="296"/>
            <ac:cxnSpMk id="13" creationId="{DA313FF1-39E4-68B8-63E9-EFAC6BC35D2E}"/>
          </ac:cxnSpMkLst>
        </pc:cxnChg>
        <pc:cxnChg chg="add mod">
          <ac:chgData name="Vedant Nandanwar" userId="321d61576d3dc6aa" providerId="LiveId" clId="{56AD0BDF-72D9-4963-AB91-3F537BC5D2C0}" dt="2026-03-03T22:31:22.394" v="483" actId="1076"/>
          <ac:cxnSpMkLst>
            <pc:docMk/>
            <pc:sldMk cId="1224103384" sldId="296"/>
            <ac:cxnSpMk id="14" creationId="{B0BD2F14-E531-2098-B4AF-D3D069B60650}"/>
          </ac:cxnSpMkLst>
        </pc:cxnChg>
        <pc:cxnChg chg="add mod">
          <ac:chgData name="Vedant Nandanwar" userId="321d61576d3dc6aa" providerId="LiveId" clId="{56AD0BDF-72D9-4963-AB91-3F537BC5D2C0}" dt="2026-03-03T22:31:28.133" v="485" actId="1076"/>
          <ac:cxnSpMkLst>
            <pc:docMk/>
            <pc:sldMk cId="1224103384" sldId="296"/>
            <ac:cxnSpMk id="15" creationId="{6710F3E0-C868-EC58-0F61-7EDF021F52CC}"/>
          </ac:cxnSpMkLst>
        </pc:cxnChg>
        <pc:cxnChg chg="add mod">
          <ac:chgData name="Vedant Nandanwar" userId="321d61576d3dc6aa" providerId="LiveId" clId="{56AD0BDF-72D9-4963-AB91-3F537BC5D2C0}" dt="2026-03-03T22:31:32.953" v="487" actId="1076"/>
          <ac:cxnSpMkLst>
            <pc:docMk/>
            <pc:sldMk cId="1224103384" sldId="296"/>
            <ac:cxnSpMk id="16" creationId="{E205DC73-15E9-C68A-A1E5-B0DC0F43EA1C}"/>
          </ac:cxnSpMkLst>
        </pc:cxnChg>
        <pc:cxnChg chg="add mod">
          <ac:chgData name="Vedant Nandanwar" userId="321d61576d3dc6aa" providerId="LiveId" clId="{56AD0BDF-72D9-4963-AB91-3F537BC5D2C0}" dt="2026-03-03T22:31:37.630" v="489" actId="1076"/>
          <ac:cxnSpMkLst>
            <pc:docMk/>
            <pc:sldMk cId="1224103384" sldId="296"/>
            <ac:cxnSpMk id="17" creationId="{48C07AB2-5B74-FFC3-0E37-6E8D44DC85F5}"/>
          </ac:cxnSpMkLst>
        </pc:cxnChg>
        <pc:cxnChg chg="add mod">
          <ac:chgData name="Vedant Nandanwar" userId="321d61576d3dc6aa" providerId="LiveId" clId="{56AD0BDF-72D9-4963-AB91-3F537BC5D2C0}" dt="2026-03-03T22:31:50.613" v="493" actId="1076"/>
          <ac:cxnSpMkLst>
            <pc:docMk/>
            <pc:sldMk cId="1224103384" sldId="296"/>
            <ac:cxnSpMk id="18" creationId="{04DBDD73-FFF8-CAF2-1603-80489D1E53DB}"/>
          </ac:cxnSpMkLst>
        </pc:cxnChg>
        <pc:cxnChg chg="add mod">
          <ac:chgData name="Vedant Nandanwar" userId="321d61576d3dc6aa" providerId="LiveId" clId="{56AD0BDF-72D9-4963-AB91-3F537BC5D2C0}" dt="2026-03-03T22:31:57.453" v="495" actId="1076"/>
          <ac:cxnSpMkLst>
            <pc:docMk/>
            <pc:sldMk cId="1224103384" sldId="296"/>
            <ac:cxnSpMk id="19" creationId="{29CA9E4C-7ECF-0AC1-5CAC-0DE285BB042B}"/>
          </ac:cxnSpMkLst>
        </pc:cxnChg>
        <pc:cxnChg chg="add mod">
          <ac:chgData name="Vedant Nandanwar" userId="321d61576d3dc6aa" providerId="LiveId" clId="{56AD0BDF-72D9-4963-AB91-3F537BC5D2C0}" dt="2026-03-03T22:32:06.340" v="497" actId="1076"/>
          <ac:cxnSpMkLst>
            <pc:docMk/>
            <pc:sldMk cId="1224103384" sldId="296"/>
            <ac:cxnSpMk id="20" creationId="{46DF1C12-D7F4-4F8D-C578-2D944475EEB4}"/>
          </ac:cxnSpMkLst>
        </pc:cxnChg>
        <pc:cxnChg chg="add mod">
          <ac:chgData name="Vedant Nandanwar" userId="321d61576d3dc6aa" providerId="LiveId" clId="{56AD0BDF-72D9-4963-AB91-3F537BC5D2C0}" dt="2026-03-03T22:32:11.796" v="499" actId="1076"/>
          <ac:cxnSpMkLst>
            <pc:docMk/>
            <pc:sldMk cId="1224103384" sldId="296"/>
            <ac:cxnSpMk id="21" creationId="{D40A6752-5F8F-0F6C-A076-7D55C585244B}"/>
          </ac:cxnSpMkLst>
        </pc:cxnChg>
        <pc:cxnChg chg="add mod">
          <ac:chgData name="Vedant Nandanwar" userId="321d61576d3dc6aa" providerId="LiveId" clId="{56AD0BDF-72D9-4963-AB91-3F537BC5D2C0}" dt="2026-03-03T22:32:17.232" v="501" actId="1076"/>
          <ac:cxnSpMkLst>
            <pc:docMk/>
            <pc:sldMk cId="1224103384" sldId="296"/>
            <ac:cxnSpMk id="22" creationId="{DEF03312-0DC9-494F-46EE-9DA62EDD19CD}"/>
          </ac:cxnSpMkLst>
        </pc:cxnChg>
        <pc:cxnChg chg="add mod">
          <ac:chgData name="Vedant Nandanwar" userId="321d61576d3dc6aa" providerId="LiveId" clId="{56AD0BDF-72D9-4963-AB91-3F537BC5D2C0}" dt="2026-03-03T22:32:26.094" v="503" actId="1076"/>
          <ac:cxnSpMkLst>
            <pc:docMk/>
            <pc:sldMk cId="1224103384" sldId="296"/>
            <ac:cxnSpMk id="23" creationId="{12E2A3BE-83FA-2F0A-27BC-2AD0BCC15E5F}"/>
          </ac:cxnSpMkLst>
        </pc:cxnChg>
        <pc:cxnChg chg="add mod">
          <ac:chgData name="Vedant Nandanwar" userId="321d61576d3dc6aa" providerId="LiveId" clId="{56AD0BDF-72D9-4963-AB91-3F537BC5D2C0}" dt="2026-03-03T22:32:32.321" v="505" actId="1076"/>
          <ac:cxnSpMkLst>
            <pc:docMk/>
            <pc:sldMk cId="1224103384" sldId="296"/>
            <ac:cxnSpMk id="24" creationId="{9309F36F-7736-305C-7D4F-81161A6F5BCF}"/>
          </ac:cxnSpMkLst>
        </pc:cxnChg>
        <pc:cxnChg chg="add mod">
          <ac:chgData name="Vedant Nandanwar" userId="321d61576d3dc6aa" providerId="LiveId" clId="{56AD0BDF-72D9-4963-AB91-3F537BC5D2C0}" dt="2026-03-03T22:32:48.438" v="509" actId="14100"/>
          <ac:cxnSpMkLst>
            <pc:docMk/>
            <pc:sldMk cId="1224103384" sldId="296"/>
            <ac:cxnSpMk id="25" creationId="{2447B97C-59C3-41A3-FB46-704FB5E34904}"/>
          </ac:cxnSpMkLst>
        </pc:cxnChg>
        <pc:cxnChg chg="add mod">
          <ac:chgData name="Vedant Nandanwar" userId="321d61576d3dc6aa" providerId="LiveId" clId="{56AD0BDF-72D9-4963-AB91-3F537BC5D2C0}" dt="2026-03-03T22:34:07.151" v="523" actId="14100"/>
          <ac:cxnSpMkLst>
            <pc:docMk/>
            <pc:sldMk cId="1224103384" sldId="296"/>
            <ac:cxnSpMk id="29" creationId="{17916482-AF28-C622-3E5B-3C864C5B202C}"/>
          </ac:cxnSpMkLst>
        </pc:cxnChg>
        <pc:cxnChg chg="add mod">
          <ac:chgData name="Vedant Nandanwar" userId="321d61576d3dc6aa" providerId="LiveId" clId="{56AD0BDF-72D9-4963-AB91-3F537BC5D2C0}" dt="2026-03-03T22:33:12.835" v="514" actId="14100"/>
          <ac:cxnSpMkLst>
            <pc:docMk/>
            <pc:sldMk cId="1224103384" sldId="296"/>
            <ac:cxnSpMk id="30" creationId="{3DA82515-B4D5-8852-13BF-C138EF00A5C2}"/>
          </ac:cxnSpMkLst>
        </pc:cxnChg>
        <pc:cxnChg chg="add del mod">
          <ac:chgData name="Vedant Nandanwar" userId="321d61576d3dc6aa" providerId="LiveId" clId="{56AD0BDF-72D9-4963-AB91-3F537BC5D2C0}" dt="2026-03-03T22:34:10.622" v="524" actId="478"/>
          <ac:cxnSpMkLst>
            <pc:docMk/>
            <pc:sldMk cId="1224103384" sldId="296"/>
            <ac:cxnSpMk id="33" creationId="{88F3A5EC-9E7C-D205-3FB9-38DA82E1E4C6}"/>
          </ac:cxnSpMkLst>
        </pc:cxnChg>
        <pc:cxnChg chg="add mod">
          <ac:chgData name="Vedant Nandanwar" userId="321d61576d3dc6aa" providerId="LiveId" clId="{56AD0BDF-72D9-4963-AB91-3F537BC5D2C0}" dt="2026-03-03T22:33:59.684" v="522" actId="1076"/>
          <ac:cxnSpMkLst>
            <pc:docMk/>
            <pc:sldMk cId="1224103384" sldId="296"/>
            <ac:cxnSpMk id="36" creationId="{FC3166ED-8FBA-05AE-659D-B4E8BB04177B}"/>
          </ac:cxnSpMkLst>
        </pc:cxnChg>
        <pc:cxnChg chg="add mod">
          <ac:chgData name="Vedant Nandanwar" userId="321d61576d3dc6aa" providerId="LiveId" clId="{56AD0BDF-72D9-4963-AB91-3F537BC5D2C0}" dt="2026-03-03T22:34:27.034" v="527" actId="14100"/>
          <ac:cxnSpMkLst>
            <pc:docMk/>
            <pc:sldMk cId="1224103384" sldId="296"/>
            <ac:cxnSpMk id="41" creationId="{6DE941B8-3018-0553-5119-EB6689B5B943}"/>
          </ac:cxnSpMkLst>
        </pc:cxnChg>
        <pc:cxnChg chg="add mod">
          <ac:chgData name="Vedant Nandanwar" userId="321d61576d3dc6aa" providerId="LiveId" clId="{56AD0BDF-72D9-4963-AB91-3F537BC5D2C0}" dt="2026-03-03T22:34:41.554" v="529" actId="1076"/>
          <ac:cxnSpMkLst>
            <pc:docMk/>
            <pc:sldMk cId="1224103384" sldId="296"/>
            <ac:cxnSpMk id="43" creationId="{73F5CB01-6301-2810-FE1B-B1D03F9B6971}"/>
          </ac:cxnSpMkLst>
        </pc:cxnChg>
      </pc:sldChg>
      <pc:sldChg chg="addSp delSp modSp add mod">
        <pc:chgData name="Vedant Nandanwar" userId="321d61576d3dc6aa" providerId="LiveId" clId="{56AD0BDF-72D9-4963-AB91-3F537BC5D2C0}" dt="2026-03-03T22:54:14.877" v="601" actId="1076"/>
        <pc:sldMkLst>
          <pc:docMk/>
          <pc:sldMk cId="1347919664" sldId="297"/>
        </pc:sldMkLst>
        <pc:spChg chg="del mod">
          <ac:chgData name="Vedant Nandanwar" userId="321d61576d3dc6aa" providerId="LiveId" clId="{56AD0BDF-72D9-4963-AB91-3F537BC5D2C0}" dt="2026-03-03T22:36:07.574" v="535" actId="478"/>
          <ac:spMkLst>
            <pc:docMk/>
            <pc:sldMk cId="1347919664" sldId="297"/>
            <ac:spMk id="2" creationId="{D80313D3-CB7F-E932-3247-FB139FA685CB}"/>
          </ac:spMkLst>
        </pc:spChg>
        <pc:spChg chg="del">
          <ac:chgData name="Vedant Nandanwar" userId="321d61576d3dc6aa" providerId="LiveId" clId="{56AD0BDF-72D9-4963-AB91-3F537BC5D2C0}" dt="2026-03-03T22:35:39.328" v="530" actId="478"/>
          <ac:spMkLst>
            <pc:docMk/>
            <pc:sldMk cId="1347919664" sldId="297"/>
            <ac:spMk id="7" creationId="{1C7527AA-934D-7BD0-D6AC-83E96E43B14A}"/>
          </ac:spMkLst>
        </pc:spChg>
        <pc:spChg chg="add del mod">
          <ac:chgData name="Vedant Nandanwar" userId="321d61576d3dc6aa" providerId="LiveId" clId="{56AD0BDF-72D9-4963-AB91-3F537BC5D2C0}" dt="2026-03-03T22:36:11.726" v="536" actId="478"/>
          <ac:spMkLst>
            <pc:docMk/>
            <pc:sldMk cId="1347919664" sldId="297"/>
            <ac:spMk id="8" creationId="{2D902F61-7604-E57D-11B6-811AC5AD0E9D}"/>
          </ac:spMkLst>
        </pc:spChg>
        <pc:picChg chg="add mod">
          <ac:chgData name="Vedant Nandanwar" userId="321d61576d3dc6aa" providerId="LiveId" clId="{56AD0BDF-72D9-4963-AB91-3F537BC5D2C0}" dt="2026-03-03T22:36:26.978" v="540" actId="1076"/>
          <ac:picMkLst>
            <pc:docMk/>
            <pc:sldMk cId="1347919664" sldId="297"/>
            <ac:picMk id="5" creationId="{3465563D-88FF-DEC0-2B17-40DD71C5DE07}"/>
          </ac:picMkLst>
        </pc:picChg>
        <pc:cxnChg chg="add mod">
          <ac:chgData name="Vedant Nandanwar" userId="321d61576d3dc6aa" providerId="LiveId" clId="{56AD0BDF-72D9-4963-AB91-3F537BC5D2C0}" dt="2026-03-03T22:36:56.558" v="543" actId="14100"/>
          <ac:cxnSpMkLst>
            <pc:docMk/>
            <pc:sldMk cId="1347919664" sldId="297"/>
            <ac:cxnSpMk id="10" creationId="{2937FA40-4CF1-7365-8850-58206EADC074}"/>
          </ac:cxnSpMkLst>
        </pc:cxnChg>
        <pc:cxnChg chg="add mod">
          <ac:chgData name="Vedant Nandanwar" userId="321d61576d3dc6aa" providerId="LiveId" clId="{56AD0BDF-72D9-4963-AB91-3F537BC5D2C0}" dt="2026-03-03T22:37:10.562" v="546" actId="14100"/>
          <ac:cxnSpMkLst>
            <pc:docMk/>
            <pc:sldMk cId="1347919664" sldId="297"/>
            <ac:cxnSpMk id="12" creationId="{8FF0DF48-47EF-ADD0-1EC9-4A6C94FCBDD4}"/>
          </ac:cxnSpMkLst>
        </pc:cxnChg>
        <pc:cxnChg chg="add mod">
          <ac:chgData name="Vedant Nandanwar" userId="321d61576d3dc6aa" providerId="LiveId" clId="{56AD0BDF-72D9-4963-AB91-3F537BC5D2C0}" dt="2026-03-03T22:37:17.940" v="548" actId="1076"/>
          <ac:cxnSpMkLst>
            <pc:docMk/>
            <pc:sldMk cId="1347919664" sldId="297"/>
            <ac:cxnSpMk id="14" creationId="{7C48282D-F027-A86B-C43E-B52CFED71C0B}"/>
          </ac:cxnSpMkLst>
        </pc:cxnChg>
        <pc:cxnChg chg="add mod">
          <ac:chgData name="Vedant Nandanwar" userId="321d61576d3dc6aa" providerId="LiveId" clId="{56AD0BDF-72D9-4963-AB91-3F537BC5D2C0}" dt="2026-03-03T22:37:38.551" v="552" actId="14100"/>
          <ac:cxnSpMkLst>
            <pc:docMk/>
            <pc:sldMk cId="1347919664" sldId="297"/>
            <ac:cxnSpMk id="15" creationId="{727CAF1E-09F6-C781-982C-2BB6929192A1}"/>
          </ac:cxnSpMkLst>
        </pc:cxnChg>
        <pc:cxnChg chg="add mod">
          <ac:chgData name="Vedant Nandanwar" userId="321d61576d3dc6aa" providerId="LiveId" clId="{56AD0BDF-72D9-4963-AB91-3F537BC5D2C0}" dt="2026-03-03T22:37:44.675" v="554" actId="1076"/>
          <ac:cxnSpMkLst>
            <pc:docMk/>
            <pc:sldMk cId="1347919664" sldId="297"/>
            <ac:cxnSpMk id="18" creationId="{0CE0DED7-F779-DA77-C6C1-66306FAA7B91}"/>
          </ac:cxnSpMkLst>
        </pc:cxnChg>
        <pc:cxnChg chg="add mod">
          <ac:chgData name="Vedant Nandanwar" userId="321d61576d3dc6aa" providerId="LiveId" clId="{56AD0BDF-72D9-4963-AB91-3F537BC5D2C0}" dt="2026-03-03T22:38:41.935" v="566" actId="1076"/>
          <ac:cxnSpMkLst>
            <pc:docMk/>
            <pc:sldMk cId="1347919664" sldId="297"/>
            <ac:cxnSpMk id="19" creationId="{86299E17-CF0A-7885-3970-F28B974C621B}"/>
          </ac:cxnSpMkLst>
        </pc:cxnChg>
        <pc:cxnChg chg="add mod">
          <ac:chgData name="Vedant Nandanwar" userId="321d61576d3dc6aa" providerId="LiveId" clId="{56AD0BDF-72D9-4963-AB91-3F537BC5D2C0}" dt="2026-03-03T22:38:44.368" v="567" actId="1076"/>
          <ac:cxnSpMkLst>
            <pc:docMk/>
            <pc:sldMk cId="1347919664" sldId="297"/>
            <ac:cxnSpMk id="21" creationId="{B410E0F8-12B0-5711-9C0F-E6FEC302D4FD}"/>
          </ac:cxnSpMkLst>
        </pc:cxnChg>
        <pc:cxnChg chg="add mod">
          <ac:chgData name="Vedant Nandanwar" userId="321d61576d3dc6aa" providerId="LiveId" clId="{56AD0BDF-72D9-4963-AB91-3F537BC5D2C0}" dt="2026-03-03T22:38:37.811" v="565" actId="1076"/>
          <ac:cxnSpMkLst>
            <pc:docMk/>
            <pc:sldMk cId="1347919664" sldId="297"/>
            <ac:cxnSpMk id="23" creationId="{604E10D4-8C70-BB4F-5234-121EF3AC0FD7}"/>
          </ac:cxnSpMkLst>
        </pc:cxnChg>
        <pc:cxnChg chg="add mod">
          <ac:chgData name="Vedant Nandanwar" userId="321d61576d3dc6aa" providerId="LiveId" clId="{56AD0BDF-72D9-4963-AB91-3F537BC5D2C0}" dt="2026-03-03T22:39:17.381" v="572" actId="14100"/>
          <ac:cxnSpMkLst>
            <pc:docMk/>
            <pc:sldMk cId="1347919664" sldId="297"/>
            <ac:cxnSpMk id="26" creationId="{49349458-FC15-A231-F7FA-F688EEDCB4C0}"/>
          </ac:cxnSpMkLst>
        </pc:cxnChg>
        <pc:cxnChg chg="add mod">
          <ac:chgData name="Vedant Nandanwar" userId="321d61576d3dc6aa" providerId="LiveId" clId="{56AD0BDF-72D9-4963-AB91-3F537BC5D2C0}" dt="2026-03-03T22:39:30.425" v="574" actId="1076"/>
          <ac:cxnSpMkLst>
            <pc:docMk/>
            <pc:sldMk cId="1347919664" sldId="297"/>
            <ac:cxnSpMk id="29" creationId="{A9449754-77C8-5142-61BB-FD8CE58B48F9}"/>
          </ac:cxnSpMkLst>
        </pc:cxnChg>
        <pc:cxnChg chg="add mod">
          <ac:chgData name="Vedant Nandanwar" userId="321d61576d3dc6aa" providerId="LiveId" clId="{56AD0BDF-72D9-4963-AB91-3F537BC5D2C0}" dt="2026-03-03T22:39:55.021" v="578" actId="14100"/>
          <ac:cxnSpMkLst>
            <pc:docMk/>
            <pc:sldMk cId="1347919664" sldId="297"/>
            <ac:cxnSpMk id="30" creationId="{C889D4AA-F368-3938-533B-CE894266DFFD}"/>
          </ac:cxnSpMkLst>
        </pc:cxnChg>
        <pc:cxnChg chg="add mod">
          <ac:chgData name="Vedant Nandanwar" userId="321d61576d3dc6aa" providerId="LiveId" clId="{56AD0BDF-72D9-4963-AB91-3F537BC5D2C0}" dt="2026-03-03T22:40:16.736" v="583" actId="14100"/>
          <ac:cxnSpMkLst>
            <pc:docMk/>
            <pc:sldMk cId="1347919664" sldId="297"/>
            <ac:cxnSpMk id="34" creationId="{21379387-8AAF-559D-2401-1A19283F859C}"/>
          </ac:cxnSpMkLst>
        </pc:cxnChg>
        <pc:cxnChg chg="add mod">
          <ac:chgData name="Vedant Nandanwar" userId="321d61576d3dc6aa" providerId="LiveId" clId="{56AD0BDF-72D9-4963-AB91-3F537BC5D2C0}" dt="2026-03-03T22:40:26.157" v="586" actId="14100"/>
          <ac:cxnSpMkLst>
            <pc:docMk/>
            <pc:sldMk cId="1347919664" sldId="297"/>
            <ac:cxnSpMk id="37" creationId="{4582F9AE-5F78-2B00-0618-4B5C7F01664D}"/>
          </ac:cxnSpMkLst>
        </pc:cxnChg>
        <pc:cxnChg chg="add mod">
          <ac:chgData name="Vedant Nandanwar" userId="321d61576d3dc6aa" providerId="LiveId" clId="{56AD0BDF-72D9-4963-AB91-3F537BC5D2C0}" dt="2026-03-03T22:54:09.698" v="599" actId="14100"/>
          <ac:cxnSpMkLst>
            <pc:docMk/>
            <pc:sldMk cId="1347919664" sldId="297"/>
            <ac:cxnSpMk id="40" creationId="{6295CA76-08C8-4A8A-424A-28065A52333C}"/>
          </ac:cxnSpMkLst>
        </pc:cxnChg>
        <pc:cxnChg chg="add mod">
          <ac:chgData name="Vedant Nandanwar" userId="321d61576d3dc6aa" providerId="LiveId" clId="{56AD0BDF-72D9-4963-AB91-3F537BC5D2C0}" dt="2026-03-03T22:54:14.877" v="601" actId="1076"/>
          <ac:cxnSpMkLst>
            <pc:docMk/>
            <pc:sldMk cId="1347919664" sldId="297"/>
            <ac:cxnSpMk id="42" creationId="{982B0593-20C6-364C-47D6-781DC9539CCF}"/>
          </ac:cxnSpMkLst>
        </pc:cxnChg>
      </pc:sldChg>
      <pc:sldChg chg="addSp delSp modSp add mod chgLayout">
        <pc:chgData name="Vedant Nandanwar" userId="321d61576d3dc6aa" providerId="LiveId" clId="{56AD0BDF-72D9-4963-AB91-3F537BC5D2C0}" dt="2026-03-04T06:45:20.272" v="608" actId="478"/>
        <pc:sldMkLst>
          <pc:docMk/>
          <pc:sldMk cId="2447823190" sldId="298"/>
        </pc:sldMkLst>
        <pc:spChg chg="mod">
          <ac:chgData name="Vedant Nandanwar" userId="321d61576d3dc6aa" providerId="LiveId" clId="{56AD0BDF-72D9-4963-AB91-3F537BC5D2C0}" dt="2026-03-03T21:54:23.558" v="108" actId="26606"/>
          <ac:spMkLst>
            <pc:docMk/>
            <pc:sldMk cId="2447823190" sldId="298"/>
            <ac:spMk id="2" creationId="{9125C972-BFBB-047E-63E0-CB70ED8E53D2}"/>
          </ac:spMkLst>
        </pc:spChg>
        <pc:spChg chg="mod">
          <ac:chgData name="Vedant Nandanwar" userId="321d61576d3dc6aa" providerId="LiveId" clId="{56AD0BDF-72D9-4963-AB91-3F537BC5D2C0}" dt="2026-03-03T21:54:23.558" v="108" actId="26606"/>
          <ac:spMkLst>
            <pc:docMk/>
            <pc:sldMk cId="2447823190" sldId="298"/>
            <ac:spMk id="4" creationId="{34C31C54-0472-255C-09B4-9C4AD6CDB670}"/>
          </ac:spMkLst>
        </pc:spChg>
        <pc:spChg chg="del">
          <ac:chgData name="Vedant Nandanwar" userId="321d61576d3dc6aa" providerId="LiveId" clId="{56AD0BDF-72D9-4963-AB91-3F537BC5D2C0}" dt="2026-03-03T21:49:37.640" v="46" actId="478"/>
          <ac:spMkLst>
            <pc:docMk/>
            <pc:sldMk cId="2447823190" sldId="298"/>
            <ac:spMk id="7" creationId="{537D66C8-58DF-968F-0EF0-4678AE4C1C4A}"/>
          </ac:spMkLst>
        </pc:spChg>
        <pc:spChg chg="add del mod">
          <ac:chgData name="Vedant Nandanwar" userId="321d61576d3dc6aa" providerId="LiveId" clId="{56AD0BDF-72D9-4963-AB91-3F537BC5D2C0}" dt="2026-03-04T06:45:18.514" v="607" actId="478"/>
          <ac:spMkLst>
            <pc:docMk/>
            <pc:sldMk cId="2447823190" sldId="298"/>
            <ac:spMk id="9" creationId="{7869CB82-009B-76C3-B309-3255C134F753}"/>
          </ac:spMkLst>
        </pc:spChg>
        <pc:spChg chg="add del mod">
          <ac:chgData name="Vedant Nandanwar" userId="321d61576d3dc6aa" providerId="LiveId" clId="{56AD0BDF-72D9-4963-AB91-3F537BC5D2C0}" dt="2026-03-04T06:45:20.272" v="608" actId="478"/>
          <ac:spMkLst>
            <pc:docMk/>
            <pc:sldMk cId="2447823190" sldId="298"/>
            <ac:spMk id="11" creationId="{5E713A72-3F75-A861-51DF-E978B577CFFE}"/>
          </ac:spMkLst>
        </pc:spChg>
        <pc:graphicFrameChg chg="add mod modGraphic">
          <ac:chgData name="Vedant Nandanwar" userId="321d61576d3dc6aa" providerId="LiveId" clId="{56AD0BDF-72D9-4963-AB91-3F537BC5D2C0}" dt="2026-03-03T22:43:51.238" v="590" actId="6549"/>
          <ac:graphicFrameMkLst>
            <pc:docMk/>
            <pc:sldMk cId="2447823190" sldId="298"/>
            <ac:graphicFrameMk id="3" creationId="{BBBA185A-D63F-210E-FF76-E08B77FF7E6E}"/>
          </ac:graphicFrameMkLst>
        </pc:graphicFrameChg>
      </pc:sldChg>
      <pc:sldChg chg="addSp delSp modSp add mod ord modClrScheme chgLayout">
        <pc:chgData name="Vedant Nandanwar" userId="321d61576d3dc6aa" providerId="LiveId" clId="{56AD0BDF-72D9-4963-AB91-3F537BC5D2C0}" dt="2026-03-03T21:54:13.039" v="107" actId="478"/>
        <pc:sldMkLst>
          <pc:docMk/>
          <pc:sldMk cId="2661435045" sldId="299"/>
        </pc:sldMkLst>
        <pc:spChg chg="mod">
          <ac:chgData name="Vedant Nandanwar" userId="321d61576d3dc6aa" providerId="LiveId" clId="{56AD0BDF-72D9-4963-AB91-3F537BC5D2C0}" dt="2026-03-03T21:54:03.945" v="105" actId="26606"/>
          <ac:spMkLst>
            <pc:docMk/>
            <pc:sldMk cId="2661435045" sldId="299"/>
            <ac:spMk id="2" creationId="{3B02F0C6-B856-A331-47C3-1B031570C437}"/>
          </ac:spMkLst>
        </pc:spChg>
        <pc:spChg chg="mod">
          <ac:chgData name="Vedant Nandanwar" userId="321d61576d3dc6aa" providerId="LiveId" clId="{56AD0BDF-72D9-4963-AB91-3F537BC5D2C0}" dt="2026-03-03T21:54:03.945" v="105" actId="26606"/>
          <ac:spMkLst>
            <pc:docMk/>
            <pc:sldMk cId="2661435045" sldId="299"/>
            <ac:spMk id="4" creationId="{429C2662-37D5-0F53-310B-ECB403619D31}"/>
          </ac:spMkLst>
        </pc:spChg>
        <pc:spChg chg="del">
          <ac:chgData name="Vedant Nandanwar" userId="321d61576d3dc6aa" providerId="LiveId" clId="{56AD0BDF-72D9-4963-AB91-3F537BC5D2C0}" dt="2026-03-03T21:52:59.083" v="92" actId="478"/>
          <ac:spMkLst>
            <pc:docMk/>
            <pc:sldMk cId="2661435045" sldId="299"/>
            <ac:spMk id="7" creationId="{3B0429FA-967C-73BC-8F4D-6662C274DD32}"/>
          </ac:spMkLst>
        </pc:spChg>
        <pc:spChg chg="add del mod">
          <ac:chgData name="Vedant Nandanwar" userId="321d61576d3dc6aa" providerId="LiveId" clId="{56AD0BDF-72D9-4963-AB91-3F537BC5D2C0}" dt="2026-03-03T21:53:55.563" v="102" actId="478"/>
          <ac:spMkLst>
            <pc:docMk/>
            <pc:sldMk cId="2661435045" sldId="299"/>
            <ac:spMk id="9" creationId="{99022B57-745B-00BF-193A-6BAFB21314BF}"/>
          </ac:spMkLst>
        </pc:spChg>
        <pc:spChg chg="add del mod">
          <ac:chgData name="Vedant Nandanwar" userId="321d61576d3dc6aa" providerId="LiveId" clId="{56AD0BDF-72D9-4963-AB91-3F537BC5D2C0}" dt="2026-03-03T21:53:57.366" v="103" actId="478"/>
          <ac:spMkLst>
            <pc:docMk/>
            <pc:sldMk cId="2661435045" sldId="299"/>
            <ac:spMk id="11" creationId="{12FC1106-E28A-C0A8-7565-05DB71CBD105}"/>
          </ac:spMkLst>
        </pc:spChg>
        <pc:spChg chg="add del mod">
          <ac:chgData name="Vedant Nandanwar" userId="321d61576d3dc6aa" providerId="LiveId" clId="{56AD0BDF-72D9-4963-AB91-3F537BC5D2C0}" dt="2026-03-03T21:53:58.361" v="104" actId="478"/>
          <ac:spMkLst>
            <pc:docMk/>
            <pc:sldMk cId="2661435045" sldId="299"/>
            <ac:spMk id="13" creationId="{F268E0C7-3C28-0C43-9CA3-13A481837A24}"/>
          </ac:spMkLst>
        </pc:spChg>
        <pc:spChg chg="add del mod">
          <ac:chgData name="Vedant Nandanwar" userId="321d61576d3dc6aa" providerId="LiveId" clId="{56AD0BDF-72D9-4963-AB91-3F537BC5D2C0}" dt="2026-03-03T21:54:13.039" v="107" actId="478"/>
          <ac:spMkLst>
            <pc:docMk/>
            <pc:sldMk cId="2661435045" sldId="299"/>
            <ac:spMk id="15" creationId="{5F6C8650-6FCE-80C7-67C2-52A3F239DB51}"/>
          </ac:spMkLst>
        </pc:spChg>
        <pc:spChg chg="add del mod">
          <ac:chgData name="Vedant Nandanwar" userId="321d61576d3dc6aa" providerId="LiveId" clId="{56AD0BDF-72D9-4963-AB91-3F537BC5D2C0}" dt="2026-03-03T21:54:11.397" v="106" actId="478"/>
          <ac:spMkLst>
            <pc:docMk/>
            <pc:sldMk cId="2661435045" sldId="299"/>
            <ac:spMk id="17" creationId="{6814104F-ED22-BE2F-8F65-2E771648C83D}"/>
          </ac:spMkLst>
        </pc:spChg>
        <pc:graphicFrameChg chg="add mod modGraphic">
          <ac:chgData name="Vedant Nandanwar" userId="321d61576d3dc6aa" providerId="LiveId" clId="{56AD0BDF-72D9-4963-AB91-3F537BC5D2C0}" dt="2026-03-03T21:54:03.945" v="105" actId="26606"/>
          <ac:graphicFrameMkLst>
            <pc:docMk/>
            <pc:sldMk cId="2661435045" sldId="299"/>
            <ac:graphicFrameMk id="3" creationId="{C31E0720-B64D-58CD-A52E-8BABD2C4F4F9}"/>
          </ac:graphicFrameMkLst>
        </pc:graphicFrameChg>
      </pc:sldChg>
      <pc:sldChg chg="addSp delSp modSp add del mod ord chgLayout">
        <pc:chgData name="Vedant Nandanwar" userId="321d61576d3dc6aa" providerId="LiveId" clId="{56AD0BDF-72D9-4963-AB91-3F537BC5D2C0}" dt="2026-03-03T21:59:18.518" v="305" actId="47"/>
        <pc:sldMkLst>
          <pc:docMk/>
          <pc:sldMk cId="1483395401" sldId="300"/>
        </pc:sldMkLst>
        <pc:spChg chg="mod">
          <ac:chgData name="Vedant Nandanwar" userId="321d61576d3dc6aa" providerId="LiveId" clId="{56AD0BDF-72D9-4963-AB91-3F537BC5D2C0}" dt="2026-03-03T21:58:43.986" v="200" actId="26606"/>
          <ac:spMkLst>
            <pc:docMk/>
            <pc:sldMk cId="1483395401" sldId="300"/>
            <ac:spMk id="2" creationId="{7B54BDCE-9E21-DBCC-D5C9-4FBC57E53B50}"/>
          </ac:spMkLst>
        </pc:spChg>
        <pc:spChg chg="add mod ord">
          <ac:chgData name="Vedant Nandanwar" userId="321d61576d3dc6aa" providerId="LiveId" clId="{56AD0BDF-72D9-4963-AB91-3F537BC5D2C0}" dt="2026-03-03T21:59:00.906" v="251" actId="14100"/>
          <ac:spMkLst>
            <pc:docMk/>
            <pc:sldMk cId="1483395401" sldId="300"/>
            <ac:spMk id="3" creationId="{D2FA1313-86A8-DC74-FC29-D7A2A4B20819}"/>
          </ac:spMkLst>
        </pc:spChg>
        <pc:spChg chg="mod ord">
          <ac:chgData name="Vedant Nandanwar" userId="321d61576d3dc6aa" providerId="LiveId" clId="{56AD0BDF-72D9-4963-AB91-3F537BC5D2C0}" dt="2026-03-03T21:58:43.986" v="200" actId="26606"/>
          <ac:spMkLst>
            <pc:docMk/>
            <pc:sldMk cId="1483395401" sldId="300"/>
            <ac:spMk id="4" creationId="{B7BDFFAB-CABD-29ED-8E94-7D9EB19AF662}"/>
          </ac:spMkLst>
        </pc:spChg>
        <pc:spChg chg="add mod ord">
          <ac:chgData name="Vedant Nandanwar" userId="321d61576d3dc6aa" providerId="LiveId" clId="{56AD0BDF-72D9-4963-AB91-3F537BC5D2C0}" dt="2026-03-03T21:59:01.185" v="254" actId="20577"/>
          <ac:spMkLst>
            <pc:docMk/>
            <pc:sldMk cId="1483395401" sldId="300"/>
            <ac:spMk id="5" creationId="{B9A42A0E-E39D-1C87-C743-02841A05DEAB}"/>
          </ac:spMkLst>
        </pc:spChg>
        <pc:spChg chg="add mod">
          <ac:chgData name="Vedant Nandanwar" userId="321d61576d3dc6aa" providerId="LiveId" clId="{56AD0BDF-72D9-4963-AB91-3F537BC5D2C0}" dt="2026-03-03T21:59:00.355" v="249"/>
          <ac:spMkLst>
            <pc:docMk/>
            <pc:sldMk cId="1483395401" sldId="300"/>
            <ac:spMk id="6" creationId="{DE65F4F6-D99D-9A5C-7E59-E0D2A47849F2}"/>
          </ac:spMkLst>
        </pc:spChg>
        <pc:spChg chg="add del mod ord">
          <ac:chgData name="Vedant Nandanwar" userId="321d61576d3dc6aa" providerId="LiveId" clId="{56AD0BDF-72D9-4963-AB91-3F537BC5D2C0}" dt="2026-03-03T21:59:08.738" v="304" actId="27636"/>
          <ac:spMkLst>
            <pc:docMk/>
            <pc:sldMk cId="1483395401" sldId="300"/>
            <ac:spMk id="7" creationId="{4336F6E4-6808-3E3E-C28F-A08A75350A7E}"/>
          </ac:spMkLst>
        </pc:spChg>
        <pc:spChg chg="add mod">
          <ac:chgData name="Vedant Nandanwar" userId="321d61576d3dc6aa" providerId="LiveId" clId="{56AD0BDF-72D9-4963-AB91-3F537BC5D2C0}" dt="2026-03-03T21:58:32.926" v="189" actId="26606"/>
          <ac:spMkLst>
            <pc:docMk/>
            <pc:sldMk cId="1483395401" sldId="300"/>
            <ac:spMk id="12" creationId="{5733C0E6-6E35-E7D9-7402-4979752DF562}"/>
          </ac:spMkLst>
        </pc:spChg>
        <pc:spChg chg="add del mod">
          <ac:chgData name="Vedant Nandanwar" userId="321d61576d3dc6aa" providerId="LiveId" clId="{56AD0BDF-72D9-4963-AB91-3F537BC5D2C0}" dt="2026-03-03T21:56:51.085" v="157" actId="26606"/>
          <ac:spMkLst>
            <pc:docMk/>
            <pc:sldMk cId="1483395401" sldId="300"/>
            <ac:spMk id="13" creationId="{DBDDD00F-29FB-CFB5-C5E0-6478F7A2512B}"/>
          </ac:spMkLst>
        </pc:spChg>
        <pc:spChg chg="add del mod">
          <ac:chgData name="Vedant Nandanwar" userId="321d61576d3dc6aa" providerId="LiveId" clId="{56AD0BDF-72D9-4963-AB91-3F537BC5D2C0}" dt="2026-03-03T21:58:43.986" v="200" actId="26606"/>
          <ac:spMkLst>
            <pc:docMk/>
            <pc:sldMk cId="1483395401" sldId="300"/>
            <ac:spMk id="14" creationId="{663DD6E9-C24C-3DA7-FECA-E882D9CA8C81}"/>
          </ac:spMkLst>
        </pc:spChg>
        <pc:spChg chg="add del mod">
          <ac:chgData name="Vedant Nandanwar" userId="321d61576d3dc6aa" providerId="LiveId" clId="{56AD0BDF-72D9-4963-AB91-3F537BC5D2C0}" dt="2026-03-03T21:56:51.085" v="157" actId="26606"/>
          <ac:spMkLst>
            <pc:docMk/>
            <pc:sldMk cId="1483395401" sldId="300"/>
            <ac:spMk id="15" creationId="{27318237-375B-24FE-F369-B5F18C8840A9}"/>
          </ac:spMkLst>
        </pc:spChg>
        <pc:spChg chg="add mod">
          <ac:chgData name="Vedant Nandanwar" userId="321d61576d3dc6aa" providerId="LiveId" clId="{56AD0BDF-72D9-4963-AB91-3F537BC5D2C0}" dt="2026-03-03T21:58:43.986" v="200" actId="26606"/>
          <ac:spMkLst>
            <pc:docMk/>
            <pc:sldMk cId="1483395401" sldId="300"/>
            <ac:spMk id="16" creationId="{1E58BF8F-D2DD-E617-1B83-FBAC05794152}"/>
          </ac:spMkLst>
        </pc:spChg>
        <pc:spChg chg="add mod">
          <ac:chgData name="Vedant Nandanwar" userId="321d61576d3dc6aa" providerId="LiveId" clId="{56AD0BDF-72D9-4963-AB91-3F537BC5D2C0}" dt="2026-03-03T21:58:43.986" v="200" actId="26606"/>
          <ac:spMkLst>
            <pc:docMk/>
            <pc:sldMk cId="1483395401" sldId="300"/>
            <ac:spMk id="18" creationId="{A958FD13-AEB1-C25B-5026-3CE162EC5636}"/>
          </ac:spMkLst>
        </pc:spChg>
        <pc:spChg chg="add del mod">
          <ac:chgData name="Vedant Nandanwar" userId="321d61576d3dc6aa" providerId="LiveId" clId="{56AD0BDF-72D9-4963-AB91-3F537BC5D2C0}" dt="2026-03-03T21:58:37.729" v="192" actId="26606"/>
          <ac:spMkLst>
            <pc:docMk/>
            <pc:sldMk cId="1483395401" sldId="300"/>
            <ac:spMk id="21" creationId="{F972E7D8-C90A-295B-E4C8-9C3604166021}"/>
          </ac:spMkLst>
        </pc:spChg>
        <pc:spChg chg="add del mod">
          <ac:chgData name="Vedant Nandanwar" userId="321d61576d3dc6aa" providerId="LiveId" clId="{56AD0BDF-72D9-4963-AB91-3F537BC5D2C0}" dt="2026-03-03T21:58:41.176" v="196" actId="26606"/>
          <ac:spMkLst>
            <pc:docMk/>
            <pc:sldMk cId="1483395401" sldId="300"/>
            <ac:spMk id="24" creationId="{F7AC32FB-C5B8-7F02-8844-3C03CF99B405}"/>
          </ac:spMkLst>
        </pc:spChg>
        <pc:spChg chg="add del mod">
          <ac:chgData name="Vedant Nandanwar" userId="321d61576d3dc6aa" providerId="LiveId" clId="{56AD0BDF-72D9-4963-AB91-3F537BC5D2C0}" dt="2026-03-03T21:58:43.986" v="200" actId="26606"/>
          <ac:spMkLst>
            <pc:docMk/>
            <pc:sldMk cId="1483395401" sldId="300"/>
            <ac:spMk id="27" creationId="{673F86F1-EAC6-8C95-3F41-8AEA6DD2C80C}"/>
          </ac:spMkLst>
        </pc:spChg>
        <pc:spChg chg="add del mod">
          <ac:chgData name="Vedant Nandanwar" userId="321d61576d3dc6aa" providerId="LiveId" clId="{56AD0BDF-72D9-4963-AB91-3F537BC5D2C0}" dt="2026-03-03T21:58:43.986" v="200" actId="26606"/>
          <ac:spMkLst>
            <pc:docMk/>
            <pc:sldMk cId="1483395401" sldId="300"/>
            <ac:spMk id="28" creationId="{CF41179A-E66B-59AD-DF56-4F93C9F6B783}"/>
          </ac:spMkLst>
        </pc:spChg>
        <pc:graphicFrameChg chg="add del">
          <ac:chgData name="Vedant Nandanwar" userId="321d61576d3dc6aa" providerId="LiveId" clId="{56AD0BDF-72D9-4963-AB91-3F537BC5D2C0}" dt="2026-03-03T21:56:51.085" v="157" actId="26606"/>
          <ac:graphicFrameMkLst>
            <pc:docMk/>
            <pc:sldMk cId="1483395401" sldId="300"/>
            <ac:graphicFrameMk id="9" creationId="{F2BE8F73-BEAE-6542-9D72-ED808F42593C}"/>
          </ac:graphicFrameMkLst>
        </pc:graphicFrameChg>
      </pc:sldChg>
      <pc:sldChg chg="add del">
        <pc:chgData name="Vedant Nandanwar" userId="321d61576d3dc6aa" providerId="LiveId" clId="{56AD0BDF-72D9-4963-AB91-3F537BC5D2C0}" dt="2026-03-03T21:53:09.520" v="96"/>
        <pc:sldMkLst>
          <pc:docMk/>
          <pc:sldMk cId="1721122982" sldId="300"/>
        </pc:sldMkLst>
      </pc:sldChg>
      <pc:sldChg chg="addSp modSp add mod ord">
        <pc:chgData name="Vedant Nandanwar" userId="321d61576d3dc6aa" providerId="LiveId" clId="{56AD0BDF-72D9-4963-AB91-3F537BC5D2C0}" dt="2026-03-03T22:03:47.730" v="423" actId="12"/>
        <pc:sldMkLst>
          <pc:docMk/>
          <pc:sldMk cId="1900097393" sldId="300"/>
        </pc:sldMkLst>
        <pc:spChg chg="mod">
          <ac:chgData name="Vedant Nandanwar" userId="321d61576d3dc6aa" providerId="LiveId" clId="{56AD0BDF-72D9-4963-AB91-3F537BC5D2C0}" dt="2026-03-03T21:59:42.622" v="345" actId="20577"/>
          <ac:spMkLst>
            <pc:docMk/>
            <pc:sldMk cId="1900097393" sldId="300"/>
            <ac:spMk id="2" creationId="{210DBBE3-8D1C-1772-4B27-83EE240A4A4A}"/>
          </ac:spMkLst>
        </pc:spChg>
        <pc:spChg chg="add mod">
          <ac:chgData name="Vedant Nandanwar" userId="321d61576d3dc6aa" providerId="LiveId" clId="{56AD0BDF-72D9-4963-AB91-3F537BC5D2C0}" dt="2026-03-03T22:02:21.709" v="414" actId="12"/>
          <ac:spMkLst>
            <pc:docMk/>
            <pc:sldMk cId="1900097393" sldId="300"/>
            <ac:spMk id="3" creationId="{FEF7BD50-FFA2-6BDF-CAC8-81C49CDBDD37}"/>
          </ac:spMkLst>
        </pc:spChg>
        <pc:spChg chg="add mod">
          <ac:chgData name="Vedant Nandanwar" userId="321d61576d3dc6aa" providerId="LiveId" clId="{56AD0BDF-72D9-4963-AB91-3F537BC5D2C0}" dt="2026-03-03T22:03:43.752" v="422" actId="12"/>
          <ac:spMkLst>
            <pc:docMk/>
            <pc:sldMk cId="1900097393" sldId="300"/>
            <ac:spMk id="5" creationId="{81BE3F96-6B14-0C02-DD50-2A403C5656CB}"/>
          </ac:spMkLst>
        </pc:spChg>
        <pc:spChg chg="add mod">
          <ac:chgData name="Vedant Nandanwar" userId="321d61576d3dc6aa" providerId="LiveId" clId="{56AD0BDF-72D9-4963-AB91-3F537BC5D2C0}" dt="2026-03-03T22:03:47.730" v="423" actId="12"/>
          <ac:spMkLst>
            <pc:docMk/>
            <pc:sldMk cId="1900097393" sldId="300"/>
            <ac:spMk id="6" creationId="{04E8715B-46FC-6DEA-179F-5EE5F5B8F8B7}"/>
          </ac:spMkLst>
        </pc:spChg>
        <pc:spChg chg="mod">
          <ac:chgData name="Vedant Nandanwar" userId="321d61576d3dc6aa" providerId="LiveId" clId="{56AD0BDF-72D9-4963-AB91-3F537BC5D2C0}" dt="2026-03-03T22:01:59.911" v="410" actId="27636"/>
          <ac:spMkLst>
            <pc:docMk/>
            <pc:sldMk cId="1900097393" sldId="300"/>
            <ac:spMk id="7" creationId="{D4C2ADDD-3857-3246-A988-7E1A84BA38F9}"/>
          </ac:spMkLst>
        </pc:spChg>
      </pc:sldChg>
      <pc:sldChg chg="add del">
        <pc:chgData name="Vedant Nandanwar" userId="321d61576d3dc6aa" providerId="LiveId" clId="{56AD0BDF-72D9-4963-AB91-3F537BC5D2C0}" dt="2026-03-03T21:53:05.589" v="94"/>
        <pc:sldMkLst>
          <pc:docMk/>
          <pc:sldMk cId="2415591970" sldId="300"/>
        </pc:sldMkLst>
      </pc:sldChg>
      <pc:sldMasterChg chg="delSldLayout">
        <pc:chgData name="Vedant Nandanwar" userId="321d61576d3dc6aa" providerId="LiveId" clId="{56AD0BDF-72D9-4963-AB91-3F537BC5D2C0}" dt="2026-03-03T22:48:25.124" v="591" actId="47"/>
        <pc:sldMasterMkLst>
          <pc:docMk/>
          <pc:sldMasterMk cId="1928452137" sldId="2147483666"/>
        </pc:sldMasterMkLst>
        <pc:sldLayoutChg chg="del">
          <pc:chgData name="Vedant Nandanwar" userId="321d61576d3dc6aa" providerId="LiveId" clId="{56AD0BDF-72D9-4963-AB91-3F537BC5D2C0}" dt="2026-03-03T22:48:25.124" v="591" actId="47"/>
          <pc:sldLayoutMkLst>
            <pc:docMk/>
            <pc:sldMasterMk cId="1928452137" sldId="2147483666"/>
            <pc:sldLayoutMk cId="4026250860" sldId="2147483685"/>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937030-8F3E-4C90-8FB6-538A43B5E386}" type="doc">
      <dgm:prSet loTypeId="urn:microsoft.com/office/officeart/2005/8/layout/default" loCatId="list" qsTypeId="urn:microsoft.com/office/officeart/2005/8/quickstyle/simple2" qsCatId="simple" csTypeId="urn:microsoft.com/office/officeart/2005/8/colors/accent1_2" csCatId="accent1"/>
      <dgm:spPr/>
      <dgm:t>
        <a:bodyPr/>
        <a:lstStyle/>
        <a:p>
          <a:endParaRPr lang="en-US"/>
        </a:p>
      </dgm:t>
    </dgm:pt>
    <dgm:pt modelId="{CB5F26B6-CD2D-4F15-80A4-EF95BD8DB812}">
      <dgm:prSet/>
      <dgm:spPr/>
      <dgm:t>
        <a:bodyPr/>
        <a:lstStyle/>
        <a:p>
          <a:r>
            <a:rPr lang="en-US" dirty="0">
              <a:solidFill>
                <a:schemeClr val="tx1"/>
              </a:solidFill>
            </a:rPr>
            <a:t>Single-phase 230V AC mains power quality monitoring</a:t>
          </a:r>
        </a:p>
      </dgm:t>
    </dgm:pt>
    <dgm:pt modelId="{3013337A-4601-418D-99A7-5BD898D8FD12}" type="parTrans" cxnId="{912AB4E5-8024-4FA8-9E47-9F1A8232ED21}">
      <dgm:prSet/>
      <dgm:spPr/>
      <dgm:t>
        <a:bodyPr/>
        <a:lstStyle/>
        <a:p>
          <a:endParaRPr lang="en-US"/>
        </a:p>
      </dgm:t>
    </dgm:pt>
    <dgm:pt modelId="{C256EC2E-9511-4214-A887-E5393E4CD5C4}" type="sibTrans" cxnId="{912AB4E5-8024-4FA8-9E47-9F1A8232ED21}">
      <dgm:prSet/>
      <dgm:spPr/>
      <dgm:t>
        <a:bodyPr/>
        <a:lstStyle/>
        <a:p>
          <a:endParaRPr lang="en-US"/>
        </a:p>
      </dgm:t>
    </dgm:pt>
    <dgm:pt modelId="{79294EAB-8DBA-4897-A2B4-2EB0C79CBF6F}">
      <dgm:prSet/>
      <dgm:spPr/>
      <dgm:t>
        <a:bodyPr/>
        <a:lstStyle/>
        <a:p>
          <a:r>
            <a:rPr lang="en-US" dirty="0">
              <a:solidFill>
                <a:schemeClr val="tx1"/>
              </a:solidFill>
            </a:rPr>
            <a:t>Real-time measurement of voltage, current, power, power factor, frequency, and THD</a:t>
          </a:r>
        </a:p>
      </dgm:t>
    </dgm:pt>
    <dgm:pt modelId="{6497E8B7-FD21-498C-B1AB-4AECA94BD10F}" type="parTrans" cxnId="{05FCF7B8-F8CE-453C-BDDA-223864FD47FF}">
      <dgm:prSet/>
      <dgm:spPr/>
      <dgm:t>
        <a:bodyPr/>
        <a:lstStyle/>
        <a:p>
          <a:endParaRPr lang="en-US"/>
        </a:p>
      </dgm:t>
    </dgm:pt>
    <dgm:pt modelId="{768CDB44-388B-44E2-9912-05B7570F124F}" type="sibTrans" cxnId="{05FCF7B8-F8CE-453C-BDDA-223864FD47FF}">
      <dgm:prSet/>
      <dgm:spPr/>
      <dgm:t>
        <a:bodyPr/>
        <a:lstStyle/>
        <a:p>
          <a:endParaRPr lang="en-US"/>
        </a:p>
      </dgm:t>
    </dgm:pt>
    <dgm:pt modelId="{2B06A6FE-8104-46FD-A6AC-995BE900D662}">
      <dgm:prSet/>
      <dgm:spPr/>
      <dgm:t>
        <a:bodyPr/>
        <a:lstStyle/>
        <a:p>
          <a:r>
            <a:rPr lang="en-US" dirty="0">
              <a:solidFill>
                <a:schemeClr val="tx1"/>
              </a:solidFill>
            </a:rPr>
            <a:t>FFT-based harmonic analysis up to the 10th harmonic</a:t>
          </a:r>
        </a:p>
      </dgm:t>
    </dgm:pt>
    <dgm:pt modelId="{6C1B2571-6F54-424E-A3A9-AAF91F6E5D62}" type="parTrans" cxnId="{CBD3124B-CBDD-4CD1-8DFA-FAD8D8407B80}">
      <dgm:prSet/>
      <dgm:spPr/>
      <dgm:t>
        <a:bodyPr/>
        <a:lstStyle/>
        <a:p>
          <a:endParaRPr lang="en-US"/>
        </a:p>
      </dgm:t>
    </dgm:pt>
    <dgm:pt modelId="{0EE7FC99-DE02-4B20-938C-6BFD911BE8A2}" type="sibTrans" cxnId="{CBD3124B-CBDD-4CD1-8DFA-FAD8D8407B80}">
      <dgm:prSet/>
      <dgm:spPr/>
      <dgm:t>
        <a:bodyPr/>
        <a:lstStyle/>
        <a:p>
          <a:endParaRPr lang="en-US"/>
        </a:p>
      </dgm:t>
    </dgm:pt>
    <dgm:pt modelId="{4D49E170-5F38-4BAC-BAD1-F00AECE719B4}">
      <dgm:prSet/>
      <dgm:spPr/>
      <dgm:t>
        <a:bodyPr/>
        <a:lstStyle/>
        <a:p>
          <a:r>
            <a:rPr lang="en-US" dirty="0">
              <a:solidFill>
                <a:schemeClr val="tx1"/>
              </a:solidFill>
            </a:rPr>
            <a:t>Local display on TFT screen with multiple pages (parameters, waveform, harmonic bar chart)</a:t>
          </a:r>
        </a:p>
      </dgm:t>
    </dgm:pt>
    <dgm:pt modelId="{851A4C82-FDE9-4AD0-A6DC-3CDB9E8D364A}" type="parTrans" cxnId="{AE8F3B21-9CDF-4431-AE25-23AC57F9A423}">
      <dgm:prSet/>
      <dgm:spPr/>
      <dgm:t>
        <a:bodyPr/>
        <a:lstStyle/>
        <a:p>
          <a:endParaRPr lang="en-US"/>
        </a:p>
      </dgm:t>
    </dgm:pt>
    <dgm:pt modelId="{AE7D5F77-4388-46E7-BE23-5A024CD80DAE}" type="sibTrans" cxnId="{AE8F3B21-9CDF-4431-AE25-23AC57F9A423}">
      <dgm:prSet/>
      <dgm:spPr/>
      <dgm:t>
        <a:bodyPr/>
        <a:lstStyle/>
        <a:p>
          <a:endParaRPr lang="en-US"/>
        </a:p>
      </dgm:t>
    </dgm:pt>
    <dgm:pt modelId="{750FBD75-0739-45A0-8390-B9792B6B55EC}">
      <dgm:prSet/>
      <dgm:spPr/>
      <dgm:t>
        <a:bodyPr/>
        <a:lstStyle/>
        <a:p>
          <a:r>
            <a:rPr lang="en-US" dirty="0" err="1">
              <a:solidFill>
                <a:schemeClr val="tx1"/>
              </a:solidFill>
            </a:rPr>
            <a:t>WiFi</a:t>
          </a:r>
          <a:r>
            <a:rPr lang="en-US" dirty="0">
              <a:solidFill>
                <a:schemeClr val="tx1"/>
              </a:solidFill>
            </a:rPr>
            <a:t>-based web dashboard for remote monitoring from any browser</a:t>
          </a:r>
        </a:p>
      </dgm:t>
    </dgm:pt>
    <dgm:pt modelId="{8D5285D7-4FA5-4161-A02B-2B41E520B053}" type="parTrans" cxnId="{07FBE23A-F794-49B5-BF77-E433D0DA66BF}">
      <dgm:prSet/>
      <dgm:spPr/>
      <dgm:t>
        <a:bodyPr/>
        <a:lstStyle/>
        <a:p>
          <a:endParaRPr lang="en-US"/>
        </a:p>
      </dgm:t>
    </dgm:pt>
    <dgm:pt modelId="{D070826F-EEBD-45D7-B8A9-9FEF294B5016}" type="sibTrans" cxnId="{07FBE23A-F794-49B5-BF77-E433D0DA66BF}">
      <dgm:prSet/>
      <dgm:spPr/>
      <dgm:t>
        <a:bodyPr/>
        <a:lstStyle/>
        <a:p>
          <a:endParaRPr lang="en-US"/>
        </a:p>
      </dgm:t>
    </dgm:pt>
    <dgm:pt modelId="{4D56F7B1-D396-42CF-8D05-5A0A9488750B}">
      <dgm:prSet/>
      <dgm:spPr/>
      <dgm:t>
        <a:bodyPr/>
        <a:lstStyle/>
        <a:p>
          <a:r>
            <a:rPr lang="en-US" dirty="0">
              <a:solidFill>
                <a:schemeClr val="tx1"/>
              </a:solidFill>
            </a:rPr>
            <a:t>Threshold-based alerting system (buzzer, LED, web alerts)</a:t>
          </a:r>
        </a:p>
      </dgm:t>
    </dgm:pt>
    <dgm:pt modelId="{7CCF6800-DB95-4D27-9DF9-E4F774041327}" type="parTrans" cxnId="{568534EC-0CFD-48D1-ADDA-B804BE0FBB38}">
      <dgm:prSet/>
      <dgm:spPr/>
      <dgm:t>
        <a:bodyPr/>
        <a:lstStyle/>
        <a:p>
          <a:endParaRPr lang="en-US"/>
        </a:p>
      </dgm:t>
    </dgm:pt>
    <dgm:pt modelId="{15245B5B-B077-4B4F-B117-C8AD4159CDE4}" type="sibTrans" cxnId="{568534EC-0CFD-48D1-ADDA-B804BE0FBB38}">
      <dgm:prSet/>
      <dgm:spPr/>
      <dgm:t>
        <a:bodyPr/>
        <a:lstStyle/>
        <a:p>
          <a:endParaRPr lang="en-US"/>
        </a:p>
      </dgm:t>
    </dgm:pt>
    <dgm:pt modelId="{F04CA825-3A26-49E9-8F2D-DBFFA2386E35}">
      <dgm:prSet/>
      <dgm:spPr/>
      <dgm:t>
        <a:bodyPr/>
        <a:lstStyle/>
        <a:p>
          <a:r>
            <a:rPr lang="en-US" dirty="0">
              <a:solidFill>
                <a:schemeClr val="tx1"/>
              </a:solidFill>
            </a:rPr>
            <a:t>Battery-powered portable operation with galvanic isolation from mains</a:t>
          </a:r>
        </a:p>
      </dgm:t>
    </dgm:pt>
    <dgm:pt modelId="{4D44A639-AD64-4C3D-95D8-5B0E2873414E}" type="parTrans" cxnId="{93489608-3576-41B8-BF5B-B8129E097750}">
      <dgm:prSet/>
      <dgm:spPr/>
      <dgm:t>
        <a:bodyPr/>
        <a:lstStyle/>
        <a:p>
          <a:endParaRPr lang="en-US"/>
        </a:p>
      </dgm:t>
    </dgm:pt>
    <dgm:pt modelId="{D25F9F4B-9105-44FE-A1EA-4D7ED376A2CA}" type="sibTrans" cxnId="{93489608-3576-41B8-BF5B-B8129E097750}">
      <dgm:prSet/>
      <dgm:spPr/>
      <dgm:t>
        <a:bodyPr/>
        <a:lstStyle/>
        <a:p>
          <a:endParaRPr lang="en-US"/>
        </a:p>
      </dgm:t>
    </dgm:pt>
    <dgm:pt modelId="{38D7ECE7-F8D7-4D1F-8F81-7F2DACF77B59}">
      <dgm:prSet/>
      <dgm:spPr/>
      <dgm:t>
        <a:bodyPr/>
        <a:lstStyle/>
        <a:p>
          <a:r>
            <a:rPr lang="en-US" dirty="0">
              <a:solidFill>
                <a:schemeClr val="tx1"/>
              </a:solidFill>
            </a:rPr>
            <a:t>Data logging and CSV export via web dashboard</a:t>
          </a:r>
        </a:p>
      </dgm:t>
    </dgm:pt>
    <dgm:pt modelId="{E4031D18-736C-4CF0-88CC-D5C276BAC2D4}" type="parTrans" cxnId="{F7A0E773-AB7C-4420-83DF-83704FA82FEC}">
      <dgm:prSet/>
      <dgm:spPr/>
      <dgm:t>
        <a:bodyPr/>
        <a:lstStyle/>
        <a:p>
          <a:endParaRPr lang="en-US"/>
        </a:p>
      </dgm:t>
    </dgm:pt>
    <dgm:pt modelId="{823A0B24-DA60-4129-9F3C-1D7E5E8D76FC}" type="sibTrans" cxnId="{F7A0E773-AB7C-4420-83DF-83704FA82FEC}">
      <dgm:prSet/>
      <dgm:spPr/>
      <dgm:t>
        <a:bodyPr/>
        <a:lstStyle/>
        <a:p>
          <a:endParaRPr lang="en-US"/>
        </a:p>
      </dgm:t>
    </dgm:pt>
    <dgm:pt modelId="{FA5887E6-BE96-41D3-B5DA-DFD4EE4378D7}" type="pres">
      <dgm:prSet presAssocID="{E7937030-8F3E-4C90-8FB6-538A43B5E386}" presName="diagram" presStyleCnt="0">
        <dgm:presLayoutVars>
          <dgm:dir/>
          <dgm:resizeHandles val="exact"/>
        </dgm:presLayoutVars>
      </dgm:prSet>
      <dgm:spPr/>
    </dgm:pt>
    <dgm:pt modelId="{8B13230D-1743-49CF-9F7F-F52A921E09AF}" type="pres">
      <dgm:prSet presAssocID="{CB5F26B6-CD2D-4F15-80A4-EF95BD8DB812}" presName="node" presStyleLbl="node1" presStyleIdx="0" presStyleCnt="8">
        <dgm:presLayoutVars>
          <dgm:bulletEnabled val="1"/>
        </dgm:presLayoutVars>
      </dgm:prSet>
      <dgm:spPr/>
    </dgm:pt>
    <dgm:pt modelId="{0E6CA879-88AC-4E4F-9764-F34FD47CFE95}" type="pres">
      <dgm:prSet presAssocID="{C256EC2E-9511-4214-A887-E5393E4CD5C4}" presName="sibTrans" presStyleCnt="0"/>
      <dgm:spPr/>
    </dgm:pt>
    <dgm:pt modelId="{8FADCD10-4F5B-4E45-B352-65616BF2F187}" type="pres">
      <dgm:prSet presAssocID="{79294EAB-8DBA-4897-A2B4-2EB0C79CBF6F}" presName="node" presStyleLbl="node1" presStyleIdx="1" presStyleCnt="8">
        <dgm:presLayoutVars>
          <dgm:bulletEnabled val="1"/>
        </dgm:presLayoutVars>
      </dgm:prSet>
      <dgm:spPr/>
    </dgm:pt>
    <dgm:pt modelId="{413DCA58-350B-427D-B233-AE5FD25D13CB}" type="pres">
      <dgm:prSet presAssocID="{768CDB44-388B-44E2-9912-05B7570F124F}" presName="sibTrans" presStyleCnt="0"/>
      <dgm:spPr/>
    </dgm:pt>
    <dgm:pt modelId="{761AA305-9175-4C90-B58F-241311741C22}" type="pres">
      <dgm:prSet presAssocID="{2B06A6FE-8104-46FD-A6AC-995BE900D662}" presName="node" presStyleLbl="node1" presStyleIdx="2" presStyleCnt="8">
        <dgm:presLayoutVars>
          <dgm:bulletEnabled val="1"/>
        </dgm:presLayoutVars>
      </dgm:prSet>
      <dgm:spPr/>
    </dgm:pt>
    <dgm:pt modelId="{6BF75DEB-0E0D-493C-AA9B-755FEE8F80EF}" type="pres">
      <dgm:prSet presAssocID="{0EE7FC99-DE02-4B20-938C-6BFD911BE8A2}" presName="sibTrans" presStyleCnt="0"/>
      <dgm:spPr/>
    </dgm:pt>
    <dgm:pt modelId="{DBD4B512-3F0C-4666-974A-C4FA896E806E}" type="pres">
      <dgm:prSet presAssocID="{4D49E170-5F38-4BAC-BAD1-F00AECE719B4}" presName="node" presStyleLbl="node1" presStyleIdx="3" presStyleCnt="8">
        <dgm:presLayoutVars>
          <dgm:bulletEnabled val="1"/>
        </dgm:presLayoutVars>
      </dgm:prSet>
      <dgm:spPr/>
    </dgm:pt>
    <dgm:pt modelId="{7D3E785A-D756-480A-BACD-14DE8B3AE4F1}" type="pres">
      <dgm:prSet presAssocID="{AE7D5F77-4388-46E7-BE23-5A024CD80DAE}" presName="sibTrans" presStyleCnt="0"/>
      <dgm:spPr/>
    </dgm:pt>
    <dgm:pt modelId="{19D051A3-440E-4C04-88A5-6A20B9905738}" type="pres">
      <dgm:prSet presAssocID="{750FBD75-0739-45A0-8390-B9792B6B55EC}" presName="node" presStyleLbl="node1" presStyleIdx="4" presStyleCnt="8">
        <dgm:presLayoutVars>
          <dgm:bulletEnabled val="1"/>
        </dgm:presLayoutVars>
      </dgm:prSet>
      <dgm:spPr/>
    </dgm:pt>
    <dgm:pt modelId="{16AC2A71-7F89-4105-85EB-6A82236A98D2}" type="pres">
      <dgm:prSet presAssocID="{D070826F-EEBD-45D7-B8A9-9FEF294B5016}" presName="sibTrans" presStyleCnt="0"/>
      <dgm:spPr/>
    </dgm:pt>
    <dgm:pt modelId="{329E9BC6-6237-4B4F-ABA3-D899118AA6C8}" type="pres">
      <dgm:prSet presAssocID="{4D56F7B1-D396-42CF-8D05-5A0A9488750B}" presName="node" presStyleLbl="node1" presStyleIdx="5" presStyleCnt="8">
        <dgm:presLayoutVars>
          <dgm:bulletEnabled val="1"/>
        </dgm:presLayoutVars>
      </dgm:prSet>
      <dgm:spPr/>
    </dgm:pt>
    <dgm:pt modelId="{D4781552-8AE3-4769-B362-D580F68CB95C}" type="pres">
      <dgm:prSet presAssocID="{15245B5B-B077-4B4F-B117-C8AD4159CDE4}" presName="sibTrans" presStyleCnt="0"/>
      <dgm:spPr/>
    </dgm:pt>
    <dgm:pt modelId="{11CE7174-04AA-4959-901A-D2EE2237DBF8}" type="pres">
      <dgm:prSet presAssocID="{F04CA825-3A26-49E9-8F2D-DBFFA2386E35}" presName="node" presStyleLbl="node1" presStyleIdx="6" presStyleCnt="8">
        <dgm:presLayoutVars>
          <dgm:bulletEnabled val="1"/>
        </dgm:presLayoutVars>
      </dgm:prSet>
      <dgm:spPr/>
    </dgm:pt>
    <dgm:pt modelId="{840A621E-5EE4-42E7-A200-C8C9959842B1}" type="pres">
      <dgm:prSet presAssocID="{D25F9F4B-9105-44FE-A1EA-4D7ED376A2CA}" presName="sibTrans" presStyleCnt="0"/>
      <dgm:spPr/>
    </dgm:pt>
    <dgm:pt modelId="{F63AF129-0D95-49AD-A359-5D5918A8C00C}" type="pres">
      <dgm:prSet presAssocID="{38D7ECE7-F8D7-4D1F-8F81-7F2DACF77B59}" presName="node" presStyleLbl="node1" presStyleIdx="7" presStyleCnt="8">
        <dgm:presLayoutVars>
          <dgm:bulletEnabled val="1"/>
        </dgm:presLayoutVars>
      </dgm:prSet>
      <dgm:spPr/>
    </dgm:pt>
  </dgm:ptLst>
  <dgm:cxnLst>
    <dgm:cxn modelId="{5F26E100-D516-4200-887E-53575D47AC2F}" type="presOf" srcId="{E7937030-8F3E-4C90-8FB6-538A43B5E386}" destId="{FA5887E6-BE96-41D3-B5DA-DFD4EE4378D7}" srcOrd="0" destOrd="0" presId="urn:microsoft.com/office/officeart/2005/8/layout/default"/>
    <dgm:cxn modelId="{93489608-3576-41B8-BF5B-B8129E097750}" srcId="{E7937030-8F3E-4C90-8FB6-538A43B5E386}" destId="{F04CA825-3A26-49E9-8F2D-DBFFA2386E35}" srcOrd="6" destOrd="0" parTransId="{4D44A639-AD64-4C3D-95D8-5B0E2873414E}" sibTransId="{D25F9F4B-9105-44FE-A1EA-4D7ED376A2CA}"/>
    <dgm:cxn modelId="{AE8F3B21-9CDF-4431-AE25-23AC57F9A423}" srcId="{E7937030-8F3E-4C90-8FB6-538A43B5E386}" destId="{4D49E170-5F38-4BAC-BAD1-F00AECE719B4}" srcOrd="3" destOrd="0" parTransId="{851A4C82-FDE9-4AD0-A6DC-3CDB9E8D364A}" sibTransId="{AE7D5F77-4388-46E7-BE23-5A024CD80DAE}"/>
    <dgm:cxn modelId="{60356F31-1C40-4956-8877-F03DFE6B41A9}" type="presOf" srcId="{4D49E170-5F38-4BAC-BAD1-F00AECE719B4}" destId="{DBD4B512-3F0C-4666-974A-C4FA896E806E}" srcOrd="0" destOrd="0" presId="urn:microsoft.com/office/officeart/2005/8/layout/default"/>
    <dgm:cxn modelId="{07FBE23A-F794-49B5-BF77-E433D0DA66BF}" srcId="{E7937030-8F3E-4C90-8FB6-538A43B5E386}" destId="{750FBD75-0739-45A0-8390-B9792B6B55EC}" srcOrd="4" destOrd="0" parTransId="{8D5285D7-4FA5-4161-A02B-2B41E520B053}" sibTransId="{D070826F-EEBD-45D7-B8A9-9FEF294B5016}"/>
    <dgm:cxn modelId="{F5A22F47-99CC-41A3-8C06-B97A5AABC471}" type="presOf" srcId="{79294EAB-8DBA-4897-A2B4-2EB0C79CBF6F}" destId="{8FADCD10-4F5B-4E45-B352-65616BF2F187}" srcOrd="0" destOrd="0" presId="urn:microsoft.com/office/officeart/2005/8/layout/default"/>
    <dgm:cxn modelId="{CBD3124B-CBDD-4CD1-8DFA-FAD8D8407B80}" srcId="{E7937030-8F3E-4C90-8FB6-538A43B5E386}" destId="{2B06A6FE-8104-46FD-A6AC-995BE900D662}" srcOrd="2" destOrd="0" parTransId="{6C1B2571-6F54-424E-A3A9-AAF91F6E5D62}" sibTransId="{0EE7FC99-DE02-4B20-938C-6BFD911BE8A2}"/>
    <dgm:cxn modelId="{5E47D86D-09AA-45C5-BBA6-12604066C660}" type="presOf" srcId="{4D56F7B1-D396-42CF-8D05-5A0A9488750B}" destId="{329E9BC6-6237-4B4F-ABA3-D899118AA6C8}" srcOrd="0" destOrd="0" presId="urn:microsoft.com/office/officeart/2005/8/layout/default"/>
    <dgm:cxn modelId="{F7A0E773-AB7C-4420-83DF-83704FA82FEC}" srcId="{E7937030-8F3E-4C90-8FB6-538A43B5E386}" destId="{38D7ECE7-F8D7-4D1F-8F81-7F2DACF77B59}" srcOrd="7" destOrd="0" parTransId="{E4031D18-736C-4CF0-88CC-D5C276BAC2D4}" sibTransId="{823A0B24-DA60-4129-9F3C-1D7E5E8D76FC}"/>
    <dgm:cxn modelId="{DEFB987D-FFF4-4CC9-926E-2A4F79C5BBB0}" type="presOf" srcId="{750FBD75-0739-45A0-8390-B9792B6B55EC}" destId="{19D051A3-440E-4C04-88A5-6A20B9905738}" srcOrd="0" destOrd="0" presId="urn:microsoft.com/office/officeart/2005/8/layout/default"/>
    <dgm:cxn modelId="{4E23D07F-7BC6-429C-A71A-49F63A88CDB1}" type="presOf" srcId="{F04CA825-3A26-49E9-8F2D-DBFFA2386E35}" destId="{11CE7174-04AA-4959-901A-D2EE2237DBF8}" srcOrd="0" destOrd="0" presId="urn:microsoft.com/office/officeart/2005/8/layout/default"/>
    <dgm:cxn modelId="{05FCF7B8-F8CE-453C-BDDA-223864FD47FF}" srcId="{E7937030-8F3E-4C90-8FB6-538A43B5E386}" destId="{79294EAB-8DBA-4897-A2B4-2EB0C79CBF6F}" srcOrd="1" destOrd="0" parTransId="{6497E8B7-FD21-498C-B1AB-4AECA94BD10F}" sibTransId="{768CDB44-388B-44E2-9912-05B7570F124F}"/>
    <dgm:cxn modelId="{0537A5C9-0BC6-4110-8BFE-016508113A6C}" type="presOf" srcId="{CB5F26B6-CD2D-4F15-80A4-EF95BD8DB812}" destId="{8B13230D-1743-49CF-9F7F-F52A921E09AF}" srcOrd="0" destOrd="0" presId="urn:microsoft.com/office/officeart/2005/8/layout/default"/>
    <dgm:cxn modelId="{C1A1C8D4-669C-4448-A375-68E990669893}" type="presOf" srcId="{38D7ECE7-F8D7-4D1F-8F81-7F2DACF77B59}" destId="{F63AF129-0D95-49AD-A359-5D5918A8C00C}" srcOrd="0" destOrd="0" presId="urn:microsoft.com/office/officeart/2005/8/layout/default"/>
    <dgm:cxn modelId="{912AB4E5-8024-4FA8-9E47-9F1A8232ED21}" srcId="{E7937030-8F3E-4C90-8FB6-538A43B5E386}" destId="{CB5F26B6-CD2D-4F15-80A4-EF95BD8DB812}" srcOrd="0" destOrd="0" parTransId="{3013337A-4601-418D-99A7-5BD898D8FD12}" sibTransId="{C256EC2E-9511-4214-A887-E5393E4CD5C4}"/>
    <dgm:cxn modelId="{568534EC-0CFD-48D1-ADDA-B804BE0FBB38}" srcId="{E7937030-8F3E-4C90-8FB6-538A43B5E386}" destId="{4D56F7B1-D396-42CF-8D05-5A0A9488750B}" srcOrd="5" destOrd="0" parTransId="{7CCF6800-DB95-4D27-9DF9-E4F774041327}" sibTransId="{15245B5B-B077-4B4F-B117-C8AD4159CDE4}"/>
    <dgm:cxn modelId="{C36057FE-C9C2-4B35-A0D1-F8F84A81DFFD}" type="presOf" srcId="{2B06A6FE-8104-46FD-A6AC-995BE900D662}" destId="{761AA305-9175-4C90-B58F-241311741C22}" srcOrd="0" destOrd="0" presId="urn:microsoft.com/office/officeart/2005/8/layout/default"/>
    <dgm:cxn modelId="{3A8CFD3E-8B40-4540-B0D7-74B5915151DC}" type="presParOf" srcId="{FA5887E6-BE96-41D3-B5DA-DFD4EE4378D7}" destId="{8B13230D-1743-49CF-9F7F-F52A921E09AF}" srcOrd="0" destOrd="0" presId="urn:microsoft.com/office/officeart/2005/8/layout/default"/>
    <dgm:cxn modelId="{D0E69BA0-C5C1-4406-AC9B-963E651BAA7E}" type="presParOf" srcId="{FA5887E6-BE96-41D3-B5DA-DFD4EE4378D7}" destId="{0E6CA879-88AC-4E4F-9764-F34FD47CFE95}" srcOrd="1" destOrd="0" presId="urn:microsoft.com/office/officeart/2005/8/layout/default"/>
    <dgm:cxn modelId="{420E20DE-EDCC-431C-B45F-3C1005D83112}" type="presParOf" srcId="{FA5887E6-BE96-41D3-B5DA-DFD4EE4378D7}" destId="{8FADCD10-4F5B-4E45-B352-65616BF2F187}" srcOrd="2" destOrd="0" presId="urn:microsoft.com/office/officeart/2005/8/layout/default"/>
    <dgm:cxn modelId="{BC3725E6-BDFA-4F47-B486-31836EA6FB16}" type="presParOf" srcId="{FA5887E6-BE96-41D3-B5DA-DFD4EE4378D7}" destId="{413DCA58-350B-427D-B233-AE5FD25D13CB}" srcOrd="3" destOrd="0" presId="urn:microsoft.com/office/officeart/2005/8/layout/default"/>
    <dgm:cxn modelId="{D2A9B83E-5619-4E60-BA6C-4F767544DA61}" type="presParOf" srcId="{FA5887E6-BE96-41D3-B5DA-DFD4EE4378D7}" destId="{761AA305-9175-4C90-B58F-241311741C22}" srcOrd="4" destOrd="0" presId="urn:microsoft.com/office/officeart/2005/8/layout/default"/>
    <dgm:cxn modelId="{2FE9FAD8-635D-4E1F-A910-74E977348BAE}" type="presParOf" srcId="{FA5887E6-BE96-41D3-B5DA-DFD4EE4378D7}" destId="{6BF75DEB-0E0D-493C-AA9B-755FEE8F80EF}" srcOrd="5" destOrd="0" presId="urn:microsoft.com/office/officeart/2005/8/layout/default"/>
    <dgm:cxn modelId="{17A3ACE1-76E3-4772-8636-A73C78D15453}" type="presParOf" srcId="{FA5887E6-BE96-41D3-B5DA-DFD4EE4378D7}" destId="{DBD4B512-3F0C-4666-974A-C4FA896E806E}" srcOrd="6" destOrd="0" presId="urn:microsoft.com/office/officeart/2005/8/layout/default"/>
    <dgm:cxn modelId="{44D465FC-22FC-4D8E-9027-42F8B58BBCF6}" type="presParOf" srcId="{FA5887E6-BE96-41D3-B5DA-DFD4EE4378D7}" destId="{7D3E785A-D756-480A-BACD-14DE8B3AE4F1}" srcOrd="7" destOrd="0" presId="urn:microsoft.com/office/officeart/2005/8/layout/default"/>
    <dgm:cxn modelId="{0A1903A6-0066-4C8A-AF6F-0F37D6C31941}" type="presParOf" srcId="{FA5887E6-BE96-41D3-B5DA-DFD4EE4378D7}" destId="{19D051A3-440E-4C04-88A5-6A20B9905738}" srcOrd="8" destOrd="0" presId="urn:microsoft.com/office/officeart/2005/8/layout/default"/>
    <dgm:cxn modelId="{B762A6AC-AAFC-402C-82B7-0FA86A440F76}" type="presParOf" srcId="{FA5887E6-BE96-41D3-B5DA-DFD4EE4378D7}" destId="{16AC2A71-7F89-4105-85EB-6A82236A98D2}" srcOrd="9" destOrd="0" presId="urn:microsoft.com/office/officeart/2005/8/layout/default"/>
    <dgm:cxn modelId="{4ABCA32B-4F66-43A4-9742-BF6BBDED03EE}" type="presParOf" srcId="{FA5887E6-BE96-41D3-B5DA-DFD4EE4378D7}" destId="{329E9BC6-6237-4B4F-ABA3-D899118AA6C8}" srcOrd="10" destOrd="0" presId="urn:microsoft.com/office/officeart/2005/8/layout/default"/>
    <dgm:cxn modelId="{1878F600-D616-4C85-99FB-0D004D7C94F0}" type="presParOf" srcId="{FA5887E6-BE96-41D3-B5DA-DFD4EE4378D7}" destId="{D4781552-8AE3-4769-B362-D580F68CB95C}" srcOrd="11" destOrd="0" presId="urn:microsoft.com/office/officeart/2005/8/layout/default"/>
    <dgm:cxn modelId="{14C3138F-852B-4295-BE24-22B35BC2B58E}" type="presParOf" srcId="{FA5887E6-BE96-41D3-B5DA-DFD4EE4378D7}" destId="{11CE7174-04AA-4959-901A-D2EE2237DBF8}" srcOrd="12" destOrd="0" presId="urn:microsoft.com/office/officeart/2005/8/layout/default"/>
    <dgm:cxn modelId="{8EAE9E5B-337A-404E-B0DC-A1264E4C5C03}" type="presParOf" srcId="{FA5887E6-BE96-41D3-B5DA-DFD4EE4378D7}" destId="{840A621E-5EE4-42E7-A200-C8C9959842B1}" srcOrd="13" destOrd="0" presId="urn:microsoft.com/office/officeart/2005/8/layout/default"/>
    <dgm:cxn modelId="{D21B7248-3D3A-4402-BA48-2458E6FCC829}" type="presParOf" srcId="{FA5887E6-BE96-41D3-B5DA-DFD4EE4378D7}" destId="{F63AF129-0D95-49AD-A359-5D5918A8C00C}" srcOrd="1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13230D-1743-49CF-9F7F-F52A921E09AF}">
      <dsp:nvSpPr>
        <dsp:cNvPr id="0" name=""/>
        <dsp:cNvSpPr/>
      </dsp:nvSpPr>
      <dsp:spPr>
        <a:xfrm>
          <a:off x="3080" y="260008"/>
          <a:ext cx="2444055" cy="14664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tx1"/>
              </a:solidFill>
            </a:rPr>
            <a:t>Single-phase 230V AC mains power quality monitoring</a:t>
          </a:r>
        </a:p>
      </dsp:txBody>
      <dsp:txXfrm>
        <a:off x="3080" y="260008"/>
        <a:ext cx="2444055" cy="1466433"/>
      </dsp:txXfrm>
    </dsp:sp>
    <dsp:sp modelId="{8FADCD10-4F5B-4E45-B352-65616BF2F187}">
      <dsp:nvSpPr>
        <dsp:cNvPr id="0" name=""/>
        <dsp:cNvSpPr/>
      </dsp:nvSpPr>
      <dsp:spPr>
        <a:xfrm>
          <a:off x="2691541" y="260008"/>
          <a:ext cx="2444055" cy="14664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tx1"/>
              </a:solidFill>
            </a:rPr>
            <a:t>Real-time measurement of voltage, current, power, power factor, frequency, and THD</a:t>
          </a:r>
        </a:p>
      </dsp:txBody>
      <dsp:txXfrm>
        <a:off x="2691541" y="260008"/>
        <a:ext cx="2444055" cy="1466433"/>
      </dsp:txXfrm>
    </dsp:sp>
    <dsp:sp modelId="{761AA305-9175-4C90-B58F-241311741C22}">
      <dsp:nvSpPr>
        <dsp:cNvPr id="0" name=""/>
        <dsp:cNvSpPr/>
      </dsp:nvSpPr>
      <dsp:spPr>
        <a:xfrm>
          <a:off x="5380002" y="260008"/>
          <a:ext cx="2444055" cy="14664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tx1"/>
              </a:solidFill>
            </a:rPr>
            <a:t>FFT-based harmonic analysis up to the 10th harmonic</a:t>
          </a:r>
        </a:p>
      </dsp:txBody>
      <dsp:txXfrm>
        <a:off x="5380002" y="260008"/>
        <a:ext cx="2444055" cy="1466433"/>
      </dsp:txXfrm>
    </dsp:sp>
    <dsp:sp modelId="{DBD4B512-3F0C-4666-974A-C4FA896E806E}">
      <dsp:nvSpPr>
        <dsp:cNvPr id="0" name=""/>
        <dsp:cNvSpPr/>
      </dsp:nvSpPr>
      <dsp:spPr>
        <a:xfrm>
          <a:off x="8068463" y="260008"/>
          <a:ext cx="2444055" cy="14664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tx1"/>
              </a:solidFill>
            </a:rPr>
            <a:t>Local display on TFT screen with multiple pages (parameters, waveform, harmonic bar chart)</a:t>
          </a:r>
        </a:p>
      </dsp:txBody>
      <dsp:txXfrm>
        <a:off x="8068463" y="260008"/>
        <a:ext cx="2444055" cy="1466433"/>
      </dsp:txXfrm>
    </dsp:sp>
    <dsp:sp modelId="{19D051A3-440E-4C04-88A5-6A20B9905738}">
      <dsp:nvSpPr>
        <dsp:cNvPr id="0" name=""/>
        <dsp:cNvSpPr/>
      </dsp:nvSpPr>
      <dsp:spPr>
        <a:xfrm>
          <a:off x="3080" y="1970846"/>
          <a:ext cx="2444055" cy="14664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err="1">
              <a:solidFill>
                <a:schemeClr val="tx1"/>
              </a:solidFill>
            </a:rPr>
            <a:t>WiFi</a:t>
          </a:r>
          <a:r>
            <a:rPr lang="en-US" sz="1900" kern="1200" dirty="0">
              <a:solidFill>
                <a:schemeClr val="tx1"/>
              </a:solidFill>
            </a:rPr>
            <a:t>-based web dashboard for remote monitoring from any browser</a:t>
          </a:r>
        </a:p>
      </dsp:txBody>
      <dsp:txXfrm>
        <a:off x="3080" y="1970846"/>
        <a:ext cx="2444055" cy="1466433"/>
      </dsp:txXfrm>
    </dsp:sp>
    <dsp:sp modelId="{329E9BC6-6237-4B4F-ABA3-D899118AA6C8}">
      <dsp:nvSpPr>
        <dsp:cNvPr id="0" name=""/>
        <dsp:cNvSpPr/>
      </dsp:nvSpPr>
      <dsp:spPr>
        <a:xfrm>
          <a:off x="2691541" y="1970846"/>
          <a:ext cx="2444055" cy="14664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tx1"/>
              </a:solidFill>
            </a:rPr>
            <a:t>Threshold-based alerting system (buzzer, LED, web alerts)</a:t>
          </a:r>
        </a:p>
      </dsp:txBody>
      <dsp:txXfrm>
        <a:off x="2691541" y="1970846"/>
        <a:ext cx="2444055" cy="1466433"/>
      </dsp:txXfrm>
    </dsp:sp>
    <dsp:sp modelId="{11CE7174-04AA-4959-901A-D2EE2237DBF8}">
      <dsp:nvSpPr>
        <dsp:cNvPr id="0" name=""/>
        <dsp:cNvSpPr/>
      </dsp:nvSpPr>
      <dsp:spPr>
        <a:xfrm>
          <a:off x="5380002" y="1970846"/>
          <a:ext cx="2444055" cy="14664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tx1"/>
              </a:solidFill>
            </a:rPr>
            <a:t>Battery-powered portable operation with galvanic isolation from mains</a:t>
          </a:r>
        </a:p>
      </dsp:txBody>
      <dsp:txXfrm>
        <a:off x="5380002" y="1970846"/>
        <a:ext cx="2444055" cy="1466433"/>
      </dsp:txXfrm>
    </dsp:sp>
    <dsp:sp modelId="{F63AF129-0D95-49AD-A359-5D5918A8C00C}">
      <dsp:nvSpPr>
        <dsp:cNvPr id="0" name=""/>
        <dsp:cNvSpPr/>
      </dsp:nvSpPr>
      <dsp:spPr>
        <a:xfrm>
          <a:off x="8068463" y="1970846"/>
          <a:ext cx="2444055" cy="14664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tx1"/>
              </a:solidFill>
            </a:rPr>
            <a:t>Data logging and CSV export via web dashboard</a:t>
          </a:r>
        </a:p>
      </dsp:txBody>
      <dsp:txXfrm>
        <a:off x="8068463" y="1970846"/>
        <a:ext cx="2444055" cy="146643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3/4/2026</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3/4/2026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dirty="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hart and tab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4">
            <a:extLst>
              <a:ext uri="{FF2B5EF4-FFF2-40B4-BE49-F238E27FC236}">
                <a16:creationId xmlns:a16="http://schemas.microsoft.com/office/drawing/2014/main" id="{B250D272-9B39-4C2D-B0F5-21010D11E437}"/>
              </a:ext>
            </a:extLst>
          </p:cNvPr>
          <p:cNvSpPr>
            <a:spLocks noGrp="1"/>
          </p:cNvSpPr>
          <p:nvPr>
            <p:ph type="body" sz="quarter" idx="16"/>
          </p:nvPr>
        </p:nvSpPr>
        <p:spPr>
          <a:xfrm>
            <a:off x="748749" y="1361938"/>
            <a:ext cx="6765925" cy="496888"/>
          </a:xfrm>
        </p:spPr>
        <p:txBody>
          <a:bodyPr>
            <a:noAutofit/>
          </a:bodyPr>
          <a:lstStyle>
            <a:lvl1pPr marL="0" indent="0">
              <a:buNone/>
              <a:defRPr sz="1800">
                <a:solidFill>
                  <a:schemeClr val="tx1">
                    <a:lumMod val="75000"/>
                    <a:lumOff val="25000"/>
                  </a:schemeClr>
                </a:solidFill>
              </a:defRPr>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286002"/>
            <a:ext cx="6094270" cy="3542143"/>
          </a:xfrm>
        </p:spPr>
        <p:txBody>
          <a:bodyPr/>
          <a:lstStyle/>
          <a:p>
            <a:r>
              <a:rPr lang="en-US"/>
              <a:t>Click icon to add chart</a:t>
            </a:r>
            <a:endParaRPr lang="en-US" dirty="0"/>
          </a:p>
        </p:txBody>
      </p:sp>
      <p:sp>
        <p:nvSpPr>
          <p:cNvPr id="11" name="Text Placeholder 10">
            <a:extLst>
              <a:ext uri="{FF2B5EF4-FFF2-40B4-BE49-F238E27FC236}">
                <a16:creationId xmlns:a16="http://schemas.microsoft.com/office/drawing/2014/main" id="{339C283A-EC40-421C-8A0E-F9A3161C8890}"/>
              </a:ext>
            </a:extLst>
          </p:cNvPr>
          <p:cNvSpPr>
            <a:spLocks noGrp="1"/>
          </p:cNvSpPr>
          <p:nvPr>
            <p:ph type="body" sz="quarter" idx="14"/>
          </p:nvPr>
        </p:nvSpPr>
        <p:spPr>
          <a:xfrm>
            <a:off x="7858125" y="2284624"/>
            <a:ext cx="3147332" cy="306388"/>
          </a:xfrm>
        </p:spPr>
        <p:txBody>
          <a:bodyPr>
            <a:noAutofit/>
          </a:bodyPr>
          <a:lstStyle>
            <a:lvl1pPr marL="0" indent="0">
              <a:buNone/>
              <a:defRPr sz="1400" cap="all" spc="150" baseline="0">
                <a:solidFill>
                  <a:schemeClr val="tx1">
                    <a:lumMod val="75000"/>
                    <a:lumOff val="25000"/>
                  </a:schemeClr>
                </a:solidFill>
                <a:latin typeface="+mj-lt"/>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en-US"/>
              <a:t>Click to edit Master text styles</a:t>
            </a:r>
          </a:p>
        </p:txBody>
      </p:sp>
      <p:sp>
        <p:nvSpPr>
          <p:cNvPr id="13" name="Content Placeholder 12">
            <a:extLst>
              <a:ext uri="{FF2B5EF4-FFF2-40B4-BE49-F238E27FC236}">
                <a16:creationId xmlns:a16="http://schemas.microsoft.com/office/drawing/2014/main" id="{305CA2B1-D510-4949-A638-C1A064DA41A7}"/>
              </a:ext>
            </a:extLst>
          </p:cNvPr>
          <p:cNvSpPr>
            <a:spLocks noGrp="1"/>
          </p:cNvSpPr>
          <p:nvPr>
            <p:ph sz="quarter" idx="15" hasCustomPrompt="1"/>
          </p:nvPr>
        </p:nvSpPr>
        <p:spPr>
          <a:xfrm>
            <a:off x="7858125" y="2779713"/>
            <a:ext cx="3148013" cy="3095625"/>
          </a:xfrm>
        </p:spPr>
        <p:txBody>
          <a:bodyPr>
            <a:normAutofit/>
          </a:bodyPr>
          <a:lstStyle>
            <a:lvl1pPr marL="0" indent="0">
              <a:buNone/>
              <a:defRPr sz="1200">
                <a:solidFill>
                  <a:schemeClr val="tx1">
                    <a:lumMod val="65000"/>
                    <a:lumOff val="35000"/>
                  </a:schemeClr>
                </a:solidFill>
              </a:defRPr>
            </a:lvl1pPr>
            <a:lvl2pPr marL="457200" indent="0">
              <a:buNone/>
              <a:defRPr sz="1100">
                <a:solidFill>
                  <a:schemeClr val="tx1">
                    <a:lumMod val="65000"/>
                    <a:lumOff val="35000"/>
                  </a:schemeClr>
                </a:solidFill>
              </a:defRPr>
            </a:lvl2pPr>
            <a:lvl3pPr marL="914400" indent="0">
              <a:buNone/>
              <a:defRPr sz="1050">
                <a:solidFill>
                  <a:schemeClr val="tx1">
                    <a:lumMod val="65000"/>
                    <a:lumOff val="35000"/>
                  </a:schemeClr>
                </a:solidFill>
              </a:defRPr>
            </a:lvl3pPr>
            <a:lvl4pPr marL="1371600" indent="0">
              <a:buNone/>
              <a:defRPr sz="1000">
                <a:solidFill>
                  <a:schemeClr val="tx1">
                    <a:lumMod val="65000"/>
                    <a:lumOff val="35000"/>
                  </a:schemeClr>
                </a:solidFill>
              </a:defRPr>
            </a:lvl4pPr>
            <a:lvl5pPr marL="1828800" indent="0">
              <a:buNone/>
              <a:defRPr sz="1000">
                <a:solidFill>
                  <a:schemeClr val="tx1">
                    <a:lumMod val="65000"/>
                    <a:lumOff val="35000"/>
                  </a:schemeClr>
                </a:solidFill>
              </a:defRPr>
            </a:lvl5pPr>
          </a:lstStyle>
          <a:p>
            <a:pPr lvl="0"/>
            <a:r>
              <a:rPr lang="en-US" dirty="0"/>
              <a:t>Click to add content</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2900347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dirty="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noProof="0" dirty="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noProof="0" dirty="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t>‹#›</a:t>
            </a:fld>
            <a:endParaRPr lang="en-US" noProof="0" dirty="0"/>
          </a:p>
        </p:txBody>
      </p:sp>
    </p:spTree>
    <p:extLst>
      <p:ext uri="{BB962C8B-B14F-4D97-AF65-F5344CB8AC3E}">
        <p14:creationId xmlns:p14="http://schemas.microsoft.com/office/powerpoint/2010/main" val="2056323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
        <p:nvSpPr>
          <p:cNvPr id="8" name="Content Placeholder 7">
            <a:extLst>
              <a:ext uri="{FF2B5EF4-FFF2-40B4-BE49-F238E27FC236}">
                <a16:creationId xmlns:a16="http://schemas.microsoft.com/office/drawing/2014/main" id="{F5756781-A599-0594-4502-A54BC85E87FF}"/>
              </a:ext>
            </a:extLst>
          </p:cNvPr>
          <p:cNvSpPr>
            <a:spLocks noGrp="1"/>
          </p:cNvSpPr>
          <p:nvPr>
            <p:ph sz="quarter" idx="16"/>
          </p:nvPr>
        </p:nvSpPr>
        <p:spPr>
          <a:xfrm>
            <a:off x="838199" y="2136775"/>
            <a:ext cx="10515599" cy="369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t>‹#›</a:t>
            </a:fld>
            <a:endParaRPr lang="en-US" dirty="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701" r:id="rId13"/>
    <p:sldLayoutId id="2147483692" r:id="rId14"/>
    <p:sldLayoutId id="2147483681" r:id="rId15"/>
    <p:sldLayoutId id="2147483674" r:id="rId16"/>
    <p:sldLayoutId id="2147483675" r:id="rId17"/>
    <p:sldLayoutId id="2147483696" r:id="rId18"/>
    <p:sldLayoutId id="2147483677" r:id="rId19"/>
    <p:sldLayoutId id="2147483678" r:id="rId20"/>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785804" y="2685756"/>
            <a:ext cx="10620392" cy="1486487"/>
          </a:xfrm>
        </p:spPr>
        <p:txBody>
          <a:bodyPr/>
          <a:lstStyle/>
          <a:p>
            <a:r>
              <a:rPr lang="en-US" dirty="0"/>
              <a:t>Design and Implementation of a Low-Cost STM32-Based Power Quality Analyzer with IoT-Enabled Web Dashboard</a:t>
            </a:r>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8362828" y="4652825"/>
            <a:ext cx="3043368" cy="396660"/>
          </a:xfrm>
        </p:spPr>
        <p:txBody>
          <a:bodyPr/>
          <a:lstStyle/>
          <a:p>
            <a:r>
              <a:rPr lang="en-US" dirty="0"/>
              <a:t>- Sponsored by AOT Solutions</a:t>
            </a:r>
          </a:p>
        </p:txBody>
      </p:sp>
      <p:pic>
        <p:nvPicPr>
          <p:cNvPr id="4" name="Picture 3" descr="Hn-MDGya_400x400">
            <a:extLst>
              <a:ext uri="{FF2B5EF4-FFF2-40B4-BE49-F238E27FC236}">
                <a16:creationId xmlns:a16="http://schemas.microsoft.com/office/drawing/2014/main" id="{AA5BFE16-3065-37A4-0D0E-D455FE25A887}"/>
              </a:ext>
            </a:extLst>
          </p:cNvPr>
          <p:cNvPicPr>
            <a:picLocks noChangeAspect="1"/>
          </p:cNvPicPr>
          <p:nvPr/>
        </p:nvPicPr>
        <p:blipFill>
          <a:blip r:embed="rId2"/>
          <a:srcRect l="21846" t="17339" r="25738" b="15784"/>
          <a:stretch>
            <a:fillRect/>
          </a:stretch>
        </p:blipFill>
        <p:spPr>
          <a:xfrm>
            <a:off x="10950275" y="0"/>
            <a:ext cx="1241725" cy="1584198"/>
          </a:xfrm>
          <a:prstGeom prst="rect">
            <a:avLst/>
          </a:prstGeom>
        </p:spPr>
      </p:pic>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1333499" y="1020445"/>
            <a:ext cx="4929649" cy="1325563"/>
          </a:xfrm>
        </p:spPr>
        <p:txBody>
          <a:bodyPr>
            <a:normAutofit/>
          </a:bodyPr>
          <a:lstStyle/>
          <a:p>
            <a:r>
              <a:rPr lang="en-US" sz="3600" dirty="0"/>
              <a:t>Student Details:</a:t>
            </a:r>
          </a:p>
        </p:txBody>
      </p:sp>
      <p:sp>
        <p:nvSpPr>
          <p:cNvPr id="3" name="Subtitle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1333499" y="2924175"/>
            <a:ext cx="5293443" cy="2519363"/>
          </a:xfrm>
        </p:spPr>
        <p:txBody>
          <a:bodyPr>
            <a:normAutofit/>
          </a:bodyPr>
          <a:lstStyle/>
          <a:p>
            <a:pPr marL="342900" indent="-342900">
              <a:buAutoNum type="arabicPeriod"/>
            </a:pPr>
            <a:r>
              <a:rPr lang="en-US" sz="1800" dirty="0"/>
              <a:t>Tanishq Swami (12311774)</a:t>
            </a:r>
          </a:p>
          <a:p>
            <a:pPr marL="342900" indent="-342900">
              <a:buAutoNum type="arabicPeriod"/>
            </a:pPr>
            <a:r>
              <a:rPr lang="en-US" sz="1800" dirty="0"/>
              <a:t>Vedant Nandanwar (12311751)</a:t>
            </a:r>
          </a:p>
          <a:p>
            <a:pPr marL="342900" indent="-342900">
              <a:buAutoNum type="arabicPeriod"/>
            </a:pPr>
            <a:r>
              <a:rPr lang="en-US" sz="1800" dirty="0"/>
              <a:t>Arush </a:t>
            </a:r>
            <a:r>
              <a:rPr lang="en-US" sz="1800" dirty="0" err="1"/>
              <a:t>Wangikar</a:t>
            </a:r>
            <a:r>
              <a:rPr lang="en-US" sz="1800" dirty="0"/>
              <a:t> (12311571)</a:t>
            </a:r>
          </a:p>
        </p:txBody>
      </p:sp>
      <p:sp>
        <p:nvSpPr>
          <p:cNvPr id="6" name="Date Placeholder 5">
            <a:extLst>
              <a:ext uri="{FF2B5EF4-FFF2-40B4-BE49-F238E27FC236}">
                <a16:creationId xmlns:a16="http://schemas.microsoft.com/office/drawing/2014/main" id="{B69DF042-37C5-4E09-AA4C-AA66649C9533}"/>
              </a:ext>
            </a:extLst>
          </p:cNvPr>
          <p:cNvSpPr>
            <a:spLocks noGrp="1"/>
          </p:cNvSpPr>
          <p:nvPr>
            <p:ph type="dt" sz="half" idx="10"/>
          </p:nvPr>
        </p:nvSpPr>
        <p:spPr>
          <a:xfrm>
            <a:off x="1333500" y="6356350"/>
            <a:ext cx="985157" cy="365125"/>
          </a:xfrm>
        </p:spPr>
        <p:txBody>
          <a:bodyPr/>
          <a:lstStyle/>
          <a:p>
            <a:r>
              <a:rPr lang="en-US" dirty="0"/>
              <a:t>20XX</a:t>
            </a:r>
          </a:p>
        </p:txBody>
      </p:sp>
      <p:sp>
        <p:nvSpPr>
          <p:cNvPr id="5" name="Footer Placeholder 4">
            <a:extLst>
              <a:ext uri="{FF2B5EF4-FFF2-40B4-BE49-F238E27FC236}">
                <a16:creationId xmlns:a16="http://schemas.microsoft.com/office/drawing/2014/main" id="{AF29EA23-F34E-486A-B8B2-0C3019266975}"/>
              </a:ext>
            </a:extLst>
          </p:cNvPr>
          <p:cNvSpPr>
            <a:spLocks noGrp="1"/>
          </p:cNvSpPr>
          <p:nvPr>
            <p:ph type="ftr" sz="quarter" idx="11"/>
          </p:nvPr>
        </p:nvSpPr>
        <p:spPr>
          <a:xfrm>
            <a:off x="2669886" y="6356349"/>
            <a:ext cx="2482842" cy="365125"/>
          </a:xfrm>
        </p:spPr>
        <p:txBody>
          <a:bodyPr/>
          <a:lstStyle/>
          <a:p>
            <a:r>
              <a:rPr lang="en-US" dirty="0"/>
              <a:t>Pitch Deck</a:t>
            </a:r>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5536305" y="6356350"/>
            <a:ext cx="987552" cy="365125"/>
          </a:xfrm>
        </p:spPr>
        <p:txBody>
          <a:bodyPr/>
          <a:lstStyle/>
          <a:p>
            <a:fld id="{19B51A1E-902D-48AF-9020-955120F399B6}" type="slidenum">
              <a:rPr lang="en-US" smtClean="0"/>
              <a:pPr/>
              <a:t>2</a:t>
            </a:fld>
            <a:endParaRPr lang="en-US" dirty="0"/>
          </a:p>
        </p:txBody>
      </p:sp>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E0A63-A388-49B1-A04E-27CE9BD622EF}"/>
              </a:ext>
            </a:extLst>
          </p:cNvPr>
          <p:cNvSpPr>
            <a:spLocks noGrp="1"/>
          </p:cNvSpPr>
          <p:nvPr>
            <p:ph type="title"/>
          </p:nvPr>
        </p:nvSpPr>
        <p:spPr>
          <a:xfrm>
            <a:off x="842765" y="832838"/>
            <a:ext cx="6309149" cy="451675"/>
          </a:xfrm>
        </p:spPr>
        <p:txBody>
          <a:bodyPr>
            <a:normAutofit fontScale="90000"/>
          </a:bodyPr>
          <a:lstStyle/>
          <a:p>
            <a:r>
              <a:rPr lang="en-US" dirty="0"/>
              <a:t>introduction</a:t>
            </a:r>
          </a:p>
        </p:txBody>
      </p:sp>
      <p:sp>
        <p:nvSpPr>
          <p:cNvPr id="7" name="Text Placeholder 6">
            <a:extLst>
              <a:ext uri="{FF2B5EF4-FFF2-40B4-BE49-F238E27FC236}">
                <a16:creationId xmlns:a16="http://schemas.microsoft.com/office/drawing/2014/main" id="{40297407-CE4E-4284-879D-AEC395713625}"/>
              </a:ext>
            </a:extLst>
          </p:cNvPr>
          <p:cNvSpPr>
            <a:spLocks noGrp="1"/>
          </p:cNvSpPr>
          <p:nvPr>
            <p:ph type="body" sz="quarter" idx="15"/>
          </p:nvPr>
        </p:nvSpPr>
        <p:spPr>
          <a:xfrm>
            <a:off x="842765" y="1783715"/>
            <a:ext cx="10445721" cy="4540885"/>
          </a:xfrm>
        </p:spPr>
        <p:txBody>
          <a:bodyPr>
            <a:normAutofit/>
          </a:bodyPr>
          <a:lstStyle/>
          <a:p>
            <a:r>
              <a:rPr lang="en-US" sz="1800" dirty="0"/>
              <a:t>Power quality refers to the characteristics of electrical power supply that enable equipment to function properly. Issues such as voltage sags, swells, harmonics, poor power factor, and frequency deviations are common in Indian electrical grids and can lead to equipment damage, energy wastage, and increased electricity costs.</a:t>
            </a:r>
            <a:endParaRPr lang="en-IN" sz="1800" dirty="0"/>
          </a:p>
          <a:p>
            <a:r>
              <a:rPr lang="en-US" sz="1800" dirty="0"/>
              <a:t>Commercial power quality analyzers (Fluke 435-II, </a:t>
            </a:r>
            <a:r>
              <a:rPr lang="en-US" sz="1800" dirty="0" err="1"/>
              <a:t>Hioki</a:t>
            </a:r>
            <a:r>
              <a:rPr lang="en-US" sz="1800" dirty="0"/>
              <a:t> PQ3198) cost upwards of Rs.50,000, making them inaccessible for small-scale industries, workshops, and educational institutions.</a:t>
            </a:r>
            <a:endParaRPr lang="en-IN" sz="1800" dirty="0"/>
          </a:p>
          <a:p>
            <a:r>
              <a:rPr lang="en-US" sz="1800" dirty="0"/>
              <a:t>This project proposes a low-cost, portable, IoT-enabled power quality monitoring system built around the STM32F411CEU6 microcontroller. It measures RMS voltage, current, power factor, real/apparent/reactive power, frequency, and Total Harmonic Distortion (THD) from a standard 230V AC mains supply in real-time.</a:t>
            </a:r>
            <a:endParaRPr lang="en-IN" sz="1800" dirty="0"/>
          </a:p>
          <a:p>
            <a:r>
              <a:rPr lang="en-US" sz="1800" dirty="0"/>
              <a:t>Data is displayed on a local TFT screen and transmitted via </a:t>
            </a:r>
            <a:r>
              <a:rPr lang="en-US" sz="1800" dirty="0" err="1"/>
              <a:t>WiFi</a:t>
            </a:r>
            <a:r>
              <a:rPr lang="en-US" sz="1800" dirty="0"/>
              <a:t> to a web dashboard accessible from any phone or laptop, enabling remote monitoring and threshold-based alerts.</a:t>
            </a:r>
            <a:endParaRPr lang="en-IN" sz="1800" dirty="0"/>
          </a:p>
        </p:txBody>
      </p:sp>
      <p:sp>
        <p:nvSpPr>
          <p:cNvPr id="4" name="Slide Number Placeholder 3">
            <a:extLst>
              <a:ext uri="{FF2B5EF4-FFF2-40B4-BE49-F238E27FC236}">
                <a16:creationId xmlns:a16="http://schemas.microsoft.com/office/drawing/2014/main" id="{79ED4A67-3A46-4F54-A12A-EAE1B53E6457}"/>
              </a:ext>
            </a:extLst>
          </p:cNvPr>
          <p:cNvSpPr>
            <a:spLocks noGrp="1"/>
          </p:cNvSpPr>
          <p:nvPr>
            <p:ph type="sldNum" sz="quarter" idx="22"/>
          </p:nvPr>
        </p:nvSpPr>
        <p:spPr>
          <a:xfrm>
            <a:off x="7522027" y="5670550"/>
            <a:ext cx="930738" cy="537094"/>
          </a:xfrm>
        </p:spPr>
        <p:txBody>
          <a:bodyPr/>
          <a:lstStyle/>
          <a:p>
            <a:fld id="{19B51A1E-902D-48AF-9020-955120F399B6}" type="slidenum">
              <a:rPr lang="en-US" smtClean="0"/>
              <a:pPr/>
              <a:t>3</a:t>
            </a:fld>
            <a:endParaRPr lang="en-US" dirty="0"/>
          </a:p>
        </p:txBody>
      </p:sp>
    </p:spTree>
    <p:extLst>
      <p:ext uri="{BB962C8B-B14F-4D97-AF65-F5344CB8AC3E}">
        <p14:creationId xmlns:p14="http://schemas.microsoft.com/office/powerpoint/2010/main" val="2069393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1B29E87-9C2C-400B-834D-4E4BD6E944D0}"/>
              </a:ext>
            </a:extLst>
          </p:cNvPr>
          <p:cNvSpPr>
            <a:spLocks noGrp="1"/>
          </p:cNvSpPr>
          <p:nvPr>
            <p:ph type="title"/>
          </p:nvPr>
        </p:nvSpPr>
        <p:spPr>
          <a:xfrm>
            <a:off x="838200" y="365125"/>
            <a:ext cx="10515600" cy="1325563"/>
          </a:xfrm>
        </p:spPr>
        <p:txBody>
          <a:bodyPr anchor="ctr">
            <a:normAutofit/>
          </a:bodyPr>
          <a:lstStyle/>
          <a:p>
            <a:r>
              <a:rPr lang="en-US" dirty="0"/>
              <a:t>Literature Review</a:t>
            </a:r>
          </a:p>
        </p:txBody>
      </p:sp>
      <p:sp>
        <p:nvSpPr>
          <p:cNvPr id="4" name="Slide Number Placeholder 3">
            <a:extLst>
              <a:ext uri="{FF2B5EF4-FFF2-40B4-BE49-F238E27FC236}">
                <a16:creationId xmlns:a16="http://schemas.microsoft.com/office/drawing/2014/main" id="{A8597536-70D1-46C0-A2A2-51A6BB21DB20}"/>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4</a:t>
            </a:fld>
            <a:endParaRPr lang="en-US" dirty="0"/>
          </a:p>
        </p:txBody>
      </p:sp>
      <p:graphicFrame>
        <p:nvGraphicFramePr>
          <p:cNvPr id="7" name="Content Placeholder 6">
            <a:extLst>
              <a:ext uri="{FF2B5EF4-FFF2-40B4-BE49-F238E27FC236}">
                <a16:creationId xmlns:a16="http://schemas.microsoft.com/office/drawing/2014/main" id="{41C9EB9B-7D0F-880A-D631-0653E5F594E0}"/>
              </a:ext>
            </a:extLst>
          </p:cNvPr>
          <p:cNvGraphicFramePr>
            <a:graphicFrameLocks noGrp="1"/>
          </p:cNvGraphicFramePr>
          <p:nvPr>
            <p:ph sz="quarter" idx="16"/>
            <p:extLst>
              <p:ext uri="{D42A27DB-BD31-4B8C-83A1-F6EECF244321}">
                <p14:modId xmlns:p14="http://schemas.microsoft.com/office/powerpoint/2010/main" val="2618691498"/>
              </p:ext>
            </p:extLst>
          </p:nvPr>
        </p:nvGraphicFramePr>
        <p:xfrm>
          <a:off x="993057" y="1690689"/>
          <a:ext cx="10609008" cy="4466062"/>
        </p:xfrm>
        <a:graphic>
          <a:graphicData uri="http://schemas.openxmlformats.org/drawingml/2006/table">
            <a:tbl>
              <a:tblPr firstRow="1" firstCol="1" bandRow="1">
                <a:tableStyleId>{7E9639D4-E3E2-4D34-9284-5A2195B3D0D7}</a:tableStyleId>
              </a:tblPr>
              <a:tblGrid>
                <a:gridCol w="540775">
                  <a:extLst>
                    <a:ext uri="{9D8B030D-6E8A-4147-A177-3AD203B41FA5}">
                      <a16:colId xmlns:a16="http://schemas.microsoft.com/office/drawing/2014/main" val="520993798"/>
                    </a:ext>
                  </a:extLst>
                </a:gridCol>
                <a:gridCol w="1573162">
                  <a:extLst>
                    <a:ext uri="{9D8B030D-6E8A-4147-A177-3AD203B41FA5}">
                      <a16:colId xmlns:a16="http://schemas.microsoft.com/office/drawing/2014/main" val="3705442804"/>
                    </a:ext>
                  </a:extLst>
                </a:gridCol>
                <a:gridCol w="993058">
                  <a:extLst>
                    <a:ext uri="{9D8B030D-6E8A-4147-A177-3AD203B41FA5}">
                      <a16:colId xmlns:a16="http://schemas.microsoft.com/office/drawing/2014/main" val="3534788712"/>
                    </a:ext>
                  </a:extLst>
                </a:gridCol>
                <a:gridCol w="432619">
                  <a:extLst>
                    <a:ext uri="{9D8B030D-6E8A-4147-A177-3AD203B41FA5}">
                      <a16:colId xmlns:a16="http://schemas.microsoft.com/office/drawing/2014/main" val="3222407606"/>
                    </a:ext>
                  </a:extLst>
                </a:gridCol>
                <a:gridCol w="2871019">
                  <a:extLst>
                    <a:ext uri="{9D8B030D-6E8A-4147-A177-3AD203B41FA5}">
                      <a16:colId xmlns:a16="http://schemas.microsoft.com/office/drawing/2014/main" val="32677248"/>
                    </a:ext>
                  </a:extLst>
                </a:gridCol>
                <a:gridCol w="4198375">
                  <a:extLst>
                    <a:ext uri="{9D8B030D-6E8A-4147-A177-3AD203B41FA5}">
                      <a16:colId xmlns:a16="http://schemas.microsoft.com/office/drawing/2014/main" val="4107096042"/>
                    </a:ext>
                  </a:extLst>
                </a:gridCol>
              </a:tblGrid>
              <a:tr h="183347">
                <a:tc>
                  <a:txBody>
                    <a:bodyPr/>
                    <a:lstStyle/>
                    <a:p>
                      <a:pPr marL="0" marR="0">
                        <a:lnSpc>
                          <a:spcPct val="115000"/>
                        </a:lnSpc>
                        <a:spcAft>
                          <a:spcPts val="1000"/>
                        </a:spcAft>
                        <a:buNone/>
                      </a:pPr>
                      <a:r>
                        <a:rPr lang="en-US" sz="1200" dirty="0">
                          <a:effectLst/>
                        </a:rPr>
                        <a:t>Sr. No.</a:t>
                      </a:r>
                      <a:endParaRPr lang="en-IN"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38573" marR="38573" marT="0" marB="0">
                    <a:solidFill>
                      <a:srgbClr val="E3B18D"/>
                    </a:solidFill>
                  </a:tcPr>
                </a:tc>
                <a:tc>
                  <a:txBody>
                    <a:bodyPr/>
                    <a:lstStyle/>
                    <a:p>
                      <a:pPr marL="0" marR="0">
                        <a:lnSpc>
                          <a:spcPct val="115000"/>
                        </a:lnSpc>
                        <a:spcAft>
                          <a:spcPts val="1000"/>
                        </a:spcAft>
                        <a:buNone/>
                      </a:pPr>
                      <a:r>
                        <a:rPr lang="en-US" sz="1200" dirty="0">
                          <a:effectLst/>
                        </a:rPr>
                        <a:t>Paper Title</a:t>
                      </a:r>
                      <a:endParaRPr lang="en-IN"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38573" marR="38573" marT="0" marB="0">
                    <a:solidFill>
                      <a:srgbClr val="E3B18D"/>
                    </a:solidFill>
                  </a:tcPr>
                </a:tc>
                <a:tc>
                  <a:txBody>
                    <a:bodyPr/>
                    <a:lstStyle/>
                    <a:p>
                      <a:pPr marL="0" marR="0">
                        <a:lnSpc>
                          <a:spcPct val="115000"/>
                        </a:lnSpc>
                        <a:spcAft>
                          <a:spcPts val="1000"/>
                        </a:spcAft>
                        <a:buNone/>
                      </a:pPr>
                      <a:r>
                        <a:rPr lang="en-US" sz="1200" dirty="0">
                          <a:effectLst/>
                        </a:rPr>
                        <a:t>Authors</a:t>
                      </a:r>
                      <a:endParaRPr lang="en-IN"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38573" marR="38573" marT="0" marB="0">
                    <a:solidFill>
                      <a:srgbClr val="E3B18D"/>
                    </a:solidFill>
                  </a:tcPr>
                </a:tc>
                <a:tc>
                  <a:txBody>
                    <a:bodyPr/>
                    <a:lstStyle/>
                    <a:p>
                      <a:pPr marL="0" marR="0">
                        <a:lnSpc>
                          <a:spcPct val="115000"/>
                        </a:lnSpc>
                        <a:spcAft>
                          <a:spcPts val="1000"/>
                        </a:spcAft>
                        <a:buNone/>
                      </a:pPr>
                      <a:r>
                        <a:rPr lang="en-US" sz="1200" dirty="0">
                          <a:effectLst/>
                        </a:rPr>
                        <a:t>Year</a:t>
                      </a:r>
                      <a:endParaRPr lang="en-IN"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38573" marR="38573" marT="0" marB="0">
                    <a:solidFill>
                      <a:srgbClr val="E3B18D"/>
                    </a:solidFill>
                  </a:tcPr>
                </a:tc>
                <a:tc>
                  <a:txBody>
                    <a:bodyPr/>
                    <a:lstStyle/>
                    <a:p>
                      <a:pPr marL="0" marR="0">
                        <a:lnSpc>
                          <a:spcPct val="115000"/>
                        </a:lnSpc>
                        <a:spcAft>
                          <a:spcPts val="1000"/>
                        </a:spcAft>
                        <a:buNone/>
                      </a:pPr>
                      <a:r>
                        <a:rPr lang="en-US" sz="1200" dirty="0">
                          <a:effectLst/>
                        </a:rPr>
                        <a:t>Key Findings</a:t>
                      </a:r>
                      <a:endParaRPr lang="en-IN"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38573" marR="38573" marT="0" marB="0">
                    <a:solidFill>
                      <a:srgbClr val="E3B18D"/>
                    </a:solidFill>
                  </a:tcPr>
                </a:tc>
                <a:tc>
                  <a:txBody>
                    <a:bodyPr/>
                    <a:lstStyle/>
                    <a:p>
                      <a:pPr marL="0" marR="0">
                        <a:lnSpc>
                          <a:spcPct val="115000"/>
                        </a:lnSpc>
                        <a:spcAft>
                          <a:spcPts val="1000"/>
                        </a:spcAft>
                        <a:buNone/>
                      </a:pPr>
                      <a:r>
                        <a:rPr lang="en-US" sz="1200" dirty="0">
                          <a:effectLst/>
                        </a:rPr>
                        <a:t>Limitations</a:t>
                      </a:r>
                      <a:endParaRPr lang="en-IN"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38573" marR="38573" marT="0" marB="0">
                    <a:solidFill>
                      <a:srgbClr val="E3B18D"/>
                    </a:solidFill>
                  </a:tcPr>
                </a:tc>
                <a:extLst>
                  <a:ext uri="{0D108BD9-81ED-4DB2-BD59-A6C34878D82A}">
                    <a16:rowId xmlns:a16="http://schemas.microsoft.com/office/drawing/2014/main" val="3056231803"/>
                  </a:ext>
                </a:extLst>
              </a:tr>
              <a:tr h="1566915">
                <a:tc>
                  <a:txBody>
                    <a:bodyPr/>
                    <a:lstStyle/>
                    <a:p>
                      <a:pPr marL="0" marR="0">
                        <a:lnSpc>
                          <a:spcPct val="115000"/>
                        </a:lnSpc>
                        <a:spcAft>
                          <a:spcPts val="1000"/>
                        </a:spcAft>
                        <a:buNone/>
                      </a:pPr>
                      <a:r>
                        <a:rPr lang="en-US" sz="1100" dirty="0">
                          <a:effectLst/>
                        </a:rPr>
                        <a:t>1</a:t>
                      </a:r>
                      <a:endParaRPr lang="en-IN"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38573" marR="38573" marT="0" marB="0"/>
                </a:tc>
                <a:tc>
                  <a:txBody>
                    <a:bodyPr/>
                    <a:lstStyle/>
                    <a:p>
                      <a:pPr marL="0" marR="0">
                        <a:lnSpc>
                          <a:spcPct val="115000"/>
                        </a:lnSpc>
                        <a:spcAft>
                          <a:spcPts val="1000"/>
                        </a:spcAft>
                        <a:buNone/>
                      </a:pPr>
                      <a:r>
                        <a:rPr lang="en-US" sz="1100" dirty="0">
                          <a:effectLst/>
                        </a:rPr>
                        <a:t>A Low-Cost Wireless Sensor System for Power Quality Management in Single-Phase Domestic Networks</a:t>
                      </a:r>
                      <a:endParaRPr lang="en-IN"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38573" marR="38573" marT="0" marB="0"/>
                </a:tc>
                <a:tc>
                  <a:txBody>
                    <a:bodyPr/>
                    <a:lstStyle/>
                    <a:p>
                      <a:pPr marL="0" marR="0">
                        <a:lnSpc>
                          <a:spcPct val="115000"/>
                        </a:lnSpc>
                        <a:spcAft>
                          <a:spcPts val="1000"/>
                        </a:spcAft>
                        <a:buNone/>
                      </a:pPr>
                      <a:r>
                        <a:rPr lang="en-US" sz="1100" dirty="0">
                          <a:effectLst/>
                        </a:rPr>
                        <a:t>Cristian A. Aldana B, Edison F. Montenegro A</a:t>
                      </a:r>
                      <a:endParaRPr lang="en-IN"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38573" marR="38573" marT="0" marB="0"/>
                </a:tc>
                <a:tc>
                  <a:txBody>
                    <a:bodyPr/>
                    <a:lstStyle/>
                    <a:p>
                      <a:pPr marL="0" marR="0">
                        <a:lnSpc>
                          <a:spcPct val="115000"/>
                        </a:lnSpc>
                        <a:spcAft>
                          <a:spcPts val="1000"/>
                        </a:spcAft>
                        <a:buNone/>
                      </a:pPr>
                      <a:r>
                        <a:rPr lang="en-US" sz="1100">
                          <a:effectLst/>
                        </a:rPr>
                        <a:t>2023</a:t>
                      </a:r>
                      <a:endParaRPr lang="en-IN" sz="1400">
                        <a:effectLst/>
                        <a:latin typeface="Calibri" panose="020F0502020204030204" pitchFamily="34" charset="0"/>
                        <a:ea typeface="MS Mincho" panose="02020609040205080304" pitchFamily="49" charset="-128"/>
                        <a:cs typeface="Times New Roman" panose="02020603050405020304" pitchFamily="18" charset="0"/>
                      </a:endParaRPr>
                    </a:p>
                  </a:txBody>
                  <a:tcPr marL="38573" marR="38573" marT="0" marB="0"/>
                </a:tc>
                <a:tc>
                  <a:txBody>
                    <a:bodyPr/>
                    <a:lstStyle/>
                    <a:p>
                      <a:pPr marL="0" marR="0">
                        <a:lnSpc>
                          <a:spcPct val="115000"/>
                        </a:lnSpc>
                        <a:spcAft>
                          <a:spcPts val="1000"/>
                        </a:spcAft>
                        <a:buNone/>
                      </a:pPr>
                      <a:r>
                        <a:rPr lang="en-US" sz="1100" dirty="0">
                          <a:effectLst/>
                        </a:rPr>
                        <a:t>ESP32-based system using SCT013-030 current sensor for non-invasive monitoring. Measures power, power factor, THD, and energy consumption. Data published to Adafruit.io IoT cloud platform. High precision validated against network analyzer.</a:t>
                      </a:r>
                      <a:endParaRPr lang="en-IN"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38573" marR="38573" marT="0" marB="0"/>
                </a:tc>
                <a:tc>
                  <a:txBody>
                    <a:bodyPr/>
                    <a:lstStyle/>
                    <a:p>
                      <a:pPr marL="0" marR="0">
                        <a:lnSpc>
                          <a:spcPct val="115000"/>
                        </a:lnSpc>
                        <a:spcAft>
                          <a:spcPts val="1000"/>
                        </a:spcAft>
                        <a:buNone/>
                      </a:pPr>
                      <a:r>
                        <a:rPr lang="en-US" sz="1100">
                          <a:effectLst/>
                        </a:rPr>
                        <a:t>Uses only current sensor (no voltage measurement). Depends on cloud platform (Adafruit.io) for visualization. No local display for standalone operation. Single parameter focus (current-derived measurements only).</a:t>
                      </a:r>
                      <a:endParaRPr lang="en-IN" sz="1400">
                        <a:effectLst/>
                        <a:latin typeface="Calibri" panose="020F0502020204030204" pitchFamily="34" charset="0"/>
                        <a:ea typeface="MS Mincho" panose="02020609040205080304" pitchFamily="49" charset="-128"/>
                        <a:cs typeface="Times New Roman" panose="02020603050405020304" pitchFamily="18" charset="0"/>
                      </a:endParaRPr>
                    </a:p>
                  </a:txBody>
                  <a:tcPr marL="38573" marR="38573" marT="0" marB="0"/>
                </a:tc>
                <a:extLst>
                  <a:ext uri="{0D108BD9-81ED-4DB2-BD59-A6C34878D82A}">
                    <a16:rowId xmlns:a16="http://schemas.microsoft.com/office/drawing/2014/main" val="3778303817"/>
                  </a:ext>
                </a:extLst>
              </a:tr>
              <a:tr h="1391614">
                <a:tc>
                  <a:txBody>
                    <a:bodyPr/>
                    <a:lstStyle/>
                    <a:p>
                      <a:pPr marL="0" marR="0">
                        <a:lnSpc>
                          <a:spcPct val="115000"/>
                        </a:lnSpc>
                        <a:spcAft>
                          <a:spcPts val="1000"/>
                        </a:spcAft>
                        <a:buNone/>
                      </a:pPr>
                      <a:r>
                        <a:rPr lang="en-US" sz="1100">
                          <a:effectLst/>
                        </a:rPr>
                        <a:t>2</a:t>
                      </a:r>
                      <a:endParaRPr lang="en-IN" sz="1400">
                        <a:effectLst/>
                        <a:latin typeface="Calibri" panose="020F0502020204030204" pitchFamily="34" charset="0"/>
                        <a:ea typeface="MS Mincho" panose="02020609040205080304" pitchFamily="49" charset="-128"/>
                        <a:cs typeface="Times New Roman" panose="02020603050405020304" pitchFamily="18" charset="0"/>
                      </a:endParaRPr>
                    </a:p>
                  </a:txBody>
                  <a:tcPr marL="38573" marR="38573" marT="0" marB="0"/>
                </a:tc>
                <a:tc>
                  <a:txBody>
                    <a:bodyPr/>
                    <a:lstStyle/>
                    <a:p>
                      <a:pPr marL="0" marR="0">
                        <a:lnSpc>
                          <a:spcPct val="115000"/>
                        </a:lnSpc>
                        <a:spcAft>
                          <a:spcPts val="1000"/>
                        </a:spcAft>
                        <a:buNone/>
                      </a:pPr>
                      <a:r>
                        <a:rPr lang="en-US" sz="1100">
                          <a:effectLst/>
                        </a:rPr>
                        <a:t>Embedded System-Based Monitoring for Power Quality Analysis</a:t>
                      </a:r>
                      <a:endParaRPr lang="en-IN" sz="1400">
                        <a:effectLst/>
                        <a:latin typeface="Calibri" panose="020F0502020204030204" pitchFamily="34" charset="0"/>
                        <a:ea typeface="MS Mincho" panose="02020609040205080304" pitchFamily="49" charset="-128"/>
                        <a:cs typeface="Times New Roman" panose="02020603050405020304" pitchFamily="18" charset="0"/>
                      </a:endParaRPr>
                    </a:p>
                  </a:txBody>
                  <a:tcPr marL="38573" marR="38573" marT="0" marB="0"/>
                </a:tc>
                <a:tc>
                  <a:txBody>
                    <a:bodyPr/>
                    <a:lstStyle/>
                    <a:p>
                      <a:pPr marL="0" marR="0">
                        <a:lnSpc>
                          <a:spcPct val="115000"/>
                        </a:lnSpc>
                        <a:spcAft>
                          <a:spcPts val="1000"/>
                        </a:spcAft>
                        <a:buNone/>
                      </a:pPr>
                      <a:r>
                        <a:rPr lang="en-US" sz="1100">
                          <a:effectLst/>
                        </a:rPr>
                        <a:t>Vedant Joshi</a:t>
                      </a:r>
                      <a:endParaRPr lang="en-IN" sz="1400">
                        <a:effectLst/>
                        <a:latin typeface="Calibri" panose="020F0502020204030204" pitchFamily="34" charset="0"/>
                        <a:ea typeface="MS Mincho" panose="02020609040205080304" pitchFamily="49" charset="-128"/>
                        <a:cs typeface="Times New Roman" panose="02020603050405020304" pitchFamily="18" charset="0"/>
                      </a:endParaRPr>
                    </a:p>
                  </a:txBody>
                  <a:tcPr marL="38573" marR="38573" marT="0" marB="0"/>
                </a:tc>
                <a:tc>
                  <a:txBody>
                    <a:bodyPr/>
                    <a:lstStyle/>
                    <a:p>
                      <a:pPr marL="0" marR="0">
                        <a:lnSpc>
                          <a:spcPct val="115000"/>
                        </a:lnSpc>
                        <a:spcAft>
                          <a:spcPts val="1000"/>
                        </a:spcAft>
                        <a:buNone/>
                      </a:pPr>
                      <a:r>
                        <a:rPr lang="en-US" sz="1100">
                          <a:effectLst/>
                        </a:rPr>
                        <a:t>2018</a:t>
                      </a:r>
                      <a:endParaRPr lang="en-IN" sz="1400">
                        <a:effectLst/>
                        <a:latin typeface="Calibri" panose="020F0502020204030204" pitchFamily="34" charset="0"/>
                        <a:ea typeface="MS Mincho" panose="02020609040205080304" pitchFamily="49" charset="-128"/>
                        <a:cs typeface="Times New Roman" panose="02020603050405020304" pitchFamily="18" charset="0"/>
                      </a:endParaRPr>
                    </a:p>
                  </a:txBody>
                  <a:tcPr marL="38573" marR="38573" marT="0" marB="0"/>
                </a:tc>
                <a:tc>
                  <a:txBody>
                    <a:bodyPr/>
                    <a:lstStyle/>
                    <a:p>
                      <a:pPr marL="0" marR="0">
                        <a:lnSpc>
                          <a:spcPct val="115000"/>
                        </a:lnSpc>
                        <a:spcAft>
                          <a:spcPts val="1000"/>
                        </a:spcAft>
                        <a:buNone/>
                      </a:pPr>
                      <a:r>
                        <a:rPr lang="en-US" sz="1100">
                          <a:effectLst/>
                        </a:rPr>
                        <a:t>ARM Cortex-M4 (STM32F407) based prototype. Uses CMSIS-DSP library for 256-point windowed FFT. Voltage sag/swell detection per IEEE 1159 guidelines. Measurement error within ±1.5%. Real-time UART alerts with &lt;50ms latency.</a:t>
                      </a:r>
                      <a:endParaRPr lang="en-IN" sz="1400">
                        <a:effectLst/>
                        <a:latin typeface="Calibri" panose="020F0502020204030204" pitchFamily="34" charset="0"/>
                        <a:ea typeface="MS Mincho" panose="02020609040205080304" pitchFamily="49" charset="-128"/>
                        <a:cs typeface="Times New Roman" panose="02020603050405020304" pitchFamily="18" charset="0"/>
                      </a:endParaRPr>
                    </a:p>
                  </a:txBody>
                  <a:tcPr marL="38573" marR="38573" marT="0" marB="0"/>
                </a:tc>
                <a:tc>
                  <a:txBody>
                    <a:bodyPr/>
                    <a:lstStyle/>
                    <a:p>
                      <a:pPr marL="0" marR="0">
                        <a:lnSpc>
                          <a:spcPct val="115000"/>
                        </a:lnSpc>
                        <a:spcAft>
                          <a:spcPts val="1000"/>
                        </a:spcAft>
                        <a:buNone/>
                      </a:pPr>
                      <a:r>
                        <a:rPr lang="en-US" sz="1100">
                          <a:effectLst/>
                        </a:rPr>
                        <a:t>No IoT/wireless connectivity for remote monitoring. Data logging limited to SPI flash memory. No web-based dashboard. Requires wired connection to PC for data visualization.</a:t>
                      </a:r>
                      <a:endParaRPr lang="en-IN" sz="1400">
                        <a:effectLst/>
                        <a:latin typeface="Calibri" panose="020F0502020204030204" pitchFamily="34" charset="0"/>
                        <a:ea typeface="MS Mincho" panose="02020609040205080304" pitchFamily="49" charset="-128"/>
                        <a:cs typeface="Times New Roman" panose="02020603050405020304" pitchFamily="18" charset="0"/>
                      </a:endParaRPr>
                    </a:p>
                  </a:txBody>
                  <a:tcPr marL="38573" marR="38573" marT="0" marB="0"/>
                </a:tc>
                <a:extLst>
                  <a:ext uri="{0D108BD9-81ED-4DB2-BD59-A6C34878D82A}">
                    <a16:rowId xmlns:a16="http://schemas.microsoft.com/office/drawing/2014/main" val="2687855540"/>
                  </a:ext>
                </a:extLst>
              </a:tr>
              <a:tr h="1309540">
                <a:tc>
                  <a:txBody>
                    <a:bodyPr/>
                    <a:lstStyle/>
                    <a:p>
                      <a:pPr marL="0" marR="0">
                        <a:lnSpc>
                          <a:spcPct val="115000"/>
                        </a:lnSpc>
                        <a:spcAft>
                          <a:spcPts val="1000"/>
                        </a:spcAft>
                        <a:buNone/>
                      </a:pPr>
                      <a:r>
                        <a:rPr lang="en-US" sz="1100">
                          <a:effectLst/>
                        </a:rPr>
                        <a:t>3</a:t>
                      </a:r>
                      <a:endParaRPr lang="en-IN" sz="1400">
                        <a:effectLst/>
                        <a:latin typeface="Calibri" panose="020F0502020204030204" pitchFamily="34" charset="0"/>
                        <a:ea typeface="MS Mincho" panose="02020609040205080304" pitchFamily="49" charset="-128"/>
                        <a:cs typeface="Times New Roman" panose="02020603050405020304" pitchFamily="18" charset="0"/>
                      </a:endParaRPr>
                    </a:p>
                  </a:txBody>
                  <a:tcPr marL="38573" marR="38573" marT="0" marB="0"/>
                </a:tc>
                <a:tc>
                  <a:txBody>
                    <a:bodyPr/>
                    <a:lstStyle/>
                    <a:p>
                      <a:pPr marL="0" marR="0">
                        <a:lnSpc>
                          <a:spcPct val="115000"/>
                        </a:lnSpc>
                        <a:spcAft>
                          <a:spcPts val="1000"/>
                        </a:spcAft>
                        <a:buNone/>
                      </a:pPr>
                      <a:r>
                        <a:rPr lang="en-US" sz="1100">
                          <a:effectLst/>
                        </a:rPr>
                        <a:t>An Embedded Application: Electric Power Quality Monitoring System</a:t>
                      </a:r>
                      <a:endParaRPr lang="en-IN" sz="1400">
                        <a:effectLst/>
                        <a:latin typeface="Calibri" panose="020F0502020204030204" pitchFamily="34" charset="0"/>
                        <a:ea typeface="MS Mincho" panose="02020609040205080304" pitchFamily="49" charset="-128"/>
                        <a:cs typeface="Times New Roman" panose="02020603050405020304" pitchFamily="18" charset="0"/>
                      </a:endParaRPr>
                    </a:p>
                  </a:txBody>
                  <a:tcPr marL="38573" marR="38573" marT="0" marB="0"/>
                </a:tc>
                <a:tc>
                  <a:txBody>
                    <a:bodyPr/>
                    <a:lstStyle/>
                    <a:p>
                      <a:pPr marL="0" marR="0">
                        <a:lnSpc>
                          <a:spcPct val="115000"/>
                        </a:lnSpc>
                        <a:spcAft>
                          <a:spcPts val="1000"/>
                        </a:spcAft>
                        <a:buNone/>
                      </a:pPr>
                      <a:r>
                        <a:rPr lang="en-US" sz="1100">
                          <a:effectLst/>
                        </a:rPr>
                        <a:t>Dinesh G. Badshe, S. V. Pattalwar</a:t>
                      </a:r>
                      <a:endParaRPr lang="en-IN" sz="1400">
                        <a:effectLst/>
                        <a:latin typeface="Calibri" panose="020F0502020204030204" pitchFamily="34" charset="0"/>
                        <a:ea typeface="MS Mincho" panose="02020609040205080304" pitchFamily="49" charset="-128"/>
                        <a:cs typeface="Times New Roman" panose="02020603050405020304" pitchFamily="18" charset="0"/>
                      </a:endParaRPr>
                    </a:p>
                  </a:txBody>
                  <a:tcPr marL="38573" marR="38573" marT="0" marB="0"/>
                </a:tc>
                <a:tc>
                  <a:txBody>
                    <a:bodyPr/>
                    <a:lstStyle/>
                    <a:p>
                      <a:pPr marL="0" marR="0">
                        <a:lnSpc>
                          <a:spcPct val="115000"/>
                        </a:lnSpc>
                        <a:spcAft>
                          <a:spcPts val="1000"/>
                        </a:spcAft>
                        <a:buNone/>
                      </a:pPr>
                      <a:r>
                        <a:rPr lang="en-US" sz="1100">
                          <a:effectLst/>
                        </a:rPr>
                        <a:t>2012</a:t>
                      </a:r>
                      <a:endParaRPr lang="en-IN" sz="1400">
                        <a:effectLst/>
                        <a:latin typeface="Calibri" panose="020F0502020204030204" pitchFamily="34" charset="0"/>
                        <a:ea typeface="MS Mincho" panose="02020609040205080304" pitchFamily="49" charset="-128"/>
                        <a:cs typeface="Times New Roman" panose="02020603050405020304" pitchFamily="18" charset="0"/>
                      </a:endParaRPr>
                    </a:p>
                  </a:txBody>
                  <a:tcPr marL="38573" marR="38573" marT="0" marB="0"/>
                </a:tc>
                <a:tc>
                  <a:txBody>
                    <a:bodyPr/>
                    <a:lstStyle/>
                    <a:p>
                      <a:pPr marL="0" marR="0">
                        <a:lnSpc>
                          <a:spcPct val="115000"/>
                        </a:lnSpc>
                        <a:spcAft>
                          <a:spcPts val="1000"/>
                        </a:spcAft>
                        <a:buNone/>
                      </a:pPr>
                      <a:r>
                        <a:rPr lang="en-US" sz="1100">
                          <a:effectLst/>
                        </a:rPr>
                        <a:t>MSP430F148-based low-cost, low-power system. Monitors voltage, current, power, power factor, THD, and frequency. UART interface for communication with PC. Comprehensive coverage of PQ indices (SARFI, SATHD, etc.).</a:t>
                      </a:r>
                      <a:endParaRPr lang="en-IN" sz="1400">
                        <a:effectLst/>
                        <a:latin typeface="Calibri" panose="020F0502020204030204" pitchFamily="34" charset="0"/>
                        <a:ea typeface="MS Mincho" panose="02020609040205080304" pitchFamily="49" charset="-128"/>
                        <a:cs typeface="Times New Roman" panose="02020603050405020304" pitchFamily="18" charset="0"/>
                      </a:endParaRPr>
                    </a:p>
                  </a:txBody>
                  <a:tcPr marL="38573" marR="38573" marT="0" marB="0"/>
                </a:tc>
                <a:tc>
                  <a:txBody>
                    <a:bodyPr/>
                    <a:lstStyle/>
                    <a:p>
                      <a:pPr marL="0" marR="0">
                        <a:lnSpc>
                          <a:spcPct val="115000"/>
                        </a:lnSpc>
                        <a:spcAft>
                          <a:spcPts val="1000"/>
                        </a:spcAft>
                        <a:buNone/>
                      </a:pPr>
                      <a:r>
                        <a:rPr lang="en-US" sz="1100" dirty="0">
                          <a:effectLst/>
                        </a:rPr>
                        <a:t>Uses older MSP430 platform with limited processing power. No wireless/IoT capability. Requires PC for display and analysis. No standalone portable operation.</a:t>
                      </a:r>
                      <a:endParaRPr lang="en-IN" sz="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38573" marR="38573" marT="0" marB="0"/>
                </a:tc>
                <a:extLst>
                  <a:ext uri="{0D108BD9-81ED-4DB2-BD59-A6C34878D82A}">
                    <a16:rowId xmlns:a16="http://schemas.microsoft.com/office/drawing/2014/main" val="3691833998"/>
                  </a:ext>
                </a:extLst>
              </a:tr>
            </a:tbl>
          </a:graphicData>
        </a:graphic>
      </p:graphicFrame>
    </p:spTree>
    <p:extLst>
      <p:ext uri="{BB962C8B-B14F-4D97-AF65-F5344CB8AC3E}">
        <p14:creationId xmlns:p14="http://schemas.microsoft.com/office/powerpoint/2010/main" val="566997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D1761-9998-C4F7-CCAA-AE568C219D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7C453A-5525-2C82-9546-7E694D0EDD10}"/>
              </a:ext>
            </a:extLst>
          </p:cNvPr>
          <p:cNvSpPr>
            <a:spLocks noGrp="1"/>
          </p:cNvSpPr>
          <p:nvPr>
            <p:ph type="title"/>
          </p:nvPr>
        </p:nvSpPr>
        <p:spPr>
          <a:xfrm>
            <a:off x="838200" y="365125"/>
            <a:ext cx="10515600" cy="1325563"/>
          </a:xfrm>
        </p:spPr>
        <p:txBody>
          <a:bodyPr anchor="ctr">
            <a:normAutofit/>
          </a:bodyPr>
          <a:lstStyle/>
          <a:p>
            <a:r>
              <a:rPr lang="en-US" dirty="0">
                <a:solidFill>
                  <a:schemeClr val="tx1"/>
                </a:solidFill>
              </a:rPr>
              <a:t>Scope of project</a:t>
            </a:r>
          </a:p>
        </p:txBody>
      </p:sp>
      <p:sp>
        <p:nvSpPr>
          <p:cNvPr id="21" name="Date Placeholder 2">
            <a:extLst>
              <a:ext uri="{FF2B5EF4-FFF2-40B4-BE49-F238E27FC236}">
                <a16:creationId xmlns:a16="http://schemas.microsoft.com/office/drawing/2014/main" id="{46E761E7-6439-7272-2FBA-ADD5BDA08F9F}"/>
              </a:ext>
            </a:extLst>
          </p:cNvPr>
          <p:cNvSpPr>
            <a:spLocks noGrp="1"/>
          </p:cNvSpPr>
          <p:nvPr>
            <p:ph type="dt" sz="half" idx="10"/>
          </p:nvPr>
        </p:nvSpPr>
        <p:spPr>
          <a:xfrm>
            <a:off x="838200" y="6356350"/>
            <a:ext cx="2743200" cy="365125"/>
          </a:xfrm>
        </p:spPr>
        <p:txBody>
          <a:bodyPr/>
          <a:lstStyle/>
          <a:p>
            <a:pPr>
              <a:spcAft>
                <a:spcPts val="600"/>
              </a:spcAft>
            </a:pPr>
            <a:r>
              <a:rPr lang="en-US">
                <a:solidFill>
                  <a:schemeClr val="tx1"/>
                </a:solidFill>
              </a:rPr>
              <a:t>20XX</a:t>
            </a:r>
          </a:p>
        </p:txBody>
      </p:sp>
      <p:sp>
        <p:nvSpPr>
          <p:cNvPr id="22" name="Footer Placeholder 3">
            <a:extLst>
              <a:ext uri="{FF2B5EF4-FFF2-40B4-BE49-F238E27FC236}">
                <a16:creationId xmlns:a16="http://schemas.microsoft.com/office/drawing/2014/main" id="{1F012F88-B288-ECAF-2EA3-AFC1D44FCFCE}"/>
              </a:ext>
            </a:extLst>
          </p:cNvPr>
          <p:cNvSpPr>
            <a:spLocks noGrp="1"/>
          </p:cNvSpPr>
          <p:nvPr>
            <p:ph type="ftr" sz="quarter" idx="11"/>
          </p:nvPr>
        </p:nvSpPr>
        <p:spPr>
          <a:xfrm>
            <a:off x="4038600" y="6356350"/>
            <a:ext cx="4114800" cy="365125"/>
          </a:xfrm>
        </p:spPr>
        <p:txBody>
          <a:bodyPr/>
          <a:lstStyle/>
          <a:p>
            <a:pPr>
              <a:spcAft>
                <a:spcPts val="600"/>
              </a:spcAft>
            </a:pPr>
            <a:r>
              <a:rPr lang="en-US">
                <a:solidFill>
                  <a:schemeClr val="tx1"/>
                </a:solidFill>
              </a:rPr>
              <a:t>Pitch Deck</a:t>
            </a:r>
          </a:p>
        </p:txBody>
      </p:sp>
      <p:sp>
        <p:nvSpPr>
          <p:cNvPr id="4" name="Slide Number Placeholder 3">
            <a:extLst>
              <a:ext uri="{FF2B5EF4-FFF2-40B4-BE49-F238E27FC236}">
                <a16:creationId xmlns:a16="http://schemas.microsoft.com/office/drawing/2014/main" id="{AD6B1345-E1E2-F1CF-BD83-95AF303F036D}"/>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19B51A1E-902D-48AF-9020-955120F399B6}" type="slidenum">
              <a:rPr lang="en-US" smtClean="0">
                <a:solidFill>
                  <a:schemeClr val="tx1"/>
                </a:solidFill>
              </a:rPr>
              <a:pPr>
                <a:spcAft>
                  <a:spcPts val="600"/>
                </a:spcAft>
              </a:pPr>
              <a:t>5</a:t>
            </a:fld>
            <a:endParaRPr lang="en-US">
              <a:solidFill>
                <a:schemeClr val="tx1"/>
              </a:solidFill>
            </a:endParaRPr>
          </a:p>
        </p:txBody>
      </p:sp>
      <p:graphicFrame>
        <p:nvGraphicFramePr>
          <p:cNvPr id="23" name="Text Placeholder 6">
            <a:extLst>
              <a:ext uri="{FF2B5EF4-FFF2-40B4-BE49-F238E27FC236}">
                <a16:creationId xmlns:a16="http://schemas.microsoft.com/office/drawing/2014/main" id="{4A9266BC-A44F-CB18-38A1-EC61EE6A1A5E}"/>
              </a:ext>
            </a:extLst>
          </p:cNvPr>
          <p:cNvGraphicFramePr/>
          <p:nvPr>
            <p:extLst>
              <p:ext uri="{D42A27DB-BD31-4B8C-83A1-F6EECF244321}">
                <p14:modId xmlns:p14="http://schemas.microsoft.com/office/powerpoint/2010/main" val="3785628657"/>
              </p:ext>
            </p:extLst>
          </p:nvPr>
        </p:nvGraphicFramePr>
        <p:xfrm>
          <a:off x="838199" y="2136775"/>
          <a:ext cx="10515599" cy="36972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59042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AF5FA-9D24-BF8B-A5C1-5C4A0B0B23CC}"/>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EDB469AC-2A55-11F7-0937-EB5029600653}"/>
              </a:ext>
            </a:extLst>
          </p:cNvPr>
          <p:cNvPicPr>
            <a:picLocks noChangeAspect="1"/>
          </p:cNvPicPr>
          <p:nvPr/>
        </p:nvPicPr>
        <p:blipFill>
          <a:blip r:embed="rId2"/>
          <a:stretch>
            <a:fillRect/>
          </a:stretch>
        </p:blipFill>
        <p:spPr>
          <a:xfrm rot="5400000">
            <a:off x="2735262" y="1000868"/>
            <a:ext cx="6721475" cy="4856265"/>
          </a:xfrm>
          <a:prstGeom prst="rect">
            <a:avLst/>
          </a:prstGeom>
          <a:noFill/>
        </p:spPr>
      </p:pic>
      <p:sp>
        <p:nvSpPr>
          <p:cNvPr id="4" name="Slide Number Placeholder 3" hidden="1">
            <a:extLst>
              <a:ext uri="{FF2B5EF4-FFF2-40B4-BE49-F238E27FC236}">
                <a16:creationId xmlns:a16="http://schemas.microsoft.com/office/drawing/2014/main" id="{520319EA-D9CD-0D79-3873-9C6424DC2BCE}"/>
              </a:ext>
            </a:extLst>
          </p:cNvPr>
          <p:cNvSpPr>
            <a:spLocks noGrp="1"/>
          </p:cNvSpPr>
          <p:nvPr>
            <p:ph type="sldNum" sz="quarter" idx="4294967295"/>
          </p:nvPr>
        </p:nvSpPr>
        <p:spPr>
          <a:xfrm>
            <a:off x="7522027" y="5670550"/>
            <a:ext cx="930738" cy="537094"/>
          </a:xfrm>
        </p:spPr>
        <p:txBody>
          <a:bodyPr/>
          <a:lstStyle/>
          <a:p>
            <a:pPr>
              <a:spcAft>
                <a:spcPts val="600"/>
              </a:spcAft>
            </a:pPr>
            <a:fld id="{19B51A1E-902D-48AF-9020-955120F399B6}" type="slidenum">
              <a:rPr lang="en-US" smtClean="0"/>
              <a:pPr>
                <a:spcAft>
                  <a:spcPts val="600"/>
                </a:spcAft>
              </a:pPr>
              <a:t>6</a:t>
            </a:fld>
            <a:endParaRPr lang="en-US"/>
          </a:p>
        </p:txBody>
      </p:sp>
      <p:cxnSp>
        <p:nvCxnSpPr>
          <p:cNvPr id="10" name="Straight Arrow Connector 9">
            <a:extLst>
              <a:ext uri="{FF2B5EF4-FFF2-40B4-BE49-F238E27FC236}">
                <a16:creationId xmlns:a16="http://schemas.microsoft.com/office/drawing/2014/main" id="{621B37F4-5697-BFF1-12DF-AF300DEDDF01}"/>
              </a:ext>
            </a:extLst>
          </p:cNvPr>
          <p:cNvCxnSpPr>
            <a:cxnSpLocks/>
          </p:cNvCxnSpPr>
          <p:nvPr/>
        </p:nvCxnSpPr>
        <p:spPr>
          <a:xfrm>
            <a:off x="6096000" y="914400"/>
            <a:ext cx="0" cy="1016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B167C9C-D595-6F40-476B-C137C05FC965}"/>
              </a:ext>
            </a:extLst>
          </p:cNvPr>
          <p:cNvCxnSpPr>
            <a:cxnSpLocks/>
          </p:cNvCxnSpPr>
          <p:nvPr/>
        </p:nvCxnSpPr>
        <p:spPr>
          <a:xfrm>
            <a:off x="6096000" y="1224280"/>
            <a:ext cx="0" cy="1016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A313FF1-39E4-68B8-63E9-EFAC6BC35D2E}"/>
              </a:ext>
            </a:extLst>
          </p:cNvPr>
          <p:cNvCxnSpPr>
            <a:cxnSpLocks/>
          </p:cNvCxnSpPr>
          <p:nvPr/>
        </p:nvCxnSpPr>
        <p:spPr>
          <a:xfrm>
            <a:off x="6096000" y="1574800"/>
            <a:ext cx="0" cy="1016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0BD2F14-E531-2098-B4AF-D3D069B60650}"/>
              </a:ext>
            </a:extLst>
          </p:cNvPr>
          <p:cNvCxnSpPr>
            <a:cxnSpLocks/>
          </p:cNvCxnSpPr>
          <p:nvPr/>
        </p:nvCxnSpPr>
        <p:spPr>
          <a:xfrm>
            <a:off x="6095999" y="1986280"/>
            <a:ext cx="0" cy="1016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710F3E0-C868-EC58-0F61-7EDF021F52CC}"/>
              </a:ext>
            </a:extLst>
          </p:cNvPr>
          <p:cNvCxnSpPr>
            <a:cxnSpLocks/>
          </p:cNvCxnSpPr>
          <p:nvPr/>
        </p:nvCxnSpPr>
        <p:spPr>
          <a:xfrm>
            <a:off x="6095999" y="2397760"/>
            <a:ext cx="0" cy="1016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205DC73-15E9-C68A-A1E5-B0DC0F43EA1C}"/>
              </a:ext>
            </a:extLst>
          </p:cNvPr>
          <p:cNvCxnSpPr>
            <a:cxnSpLocks/>
          </p:cNvCxnSpPr>
          <p:nvPr/>
        </p:nvCxnSpPr>
        <p:spPr>
          <a:xfrm>
            <a:off x="6095999" y="2733040"/>
            <a:ext cx="0" cy="1016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8C07AB2-5B74-FFC3-0E37-6E8D44DC85F5}"/>
              </a:ext>
            </a:extLst>
          </p:cNvPr>
          <p:cNvCxnSpPr>
            <a:cxnSpLocks/>
          </p:cNvCxnSpPr>
          <p:nvPr/>
        </p:nvCxnSpPr>
        <p:spPr>
          <a:xfrm>
            <a:off x="6101078" y="3058160"/>
            <a:ext cx="0" cy="1016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4DBDD73-FFF8-CAF2-1603-80489D1E53DB}"/>
              </a:ext>
            </a:extLst>
          </p:cNvPr>
          <p:cNvCxnSpPr>
            <a:cxnSpLocks/>
          </p:cNvCxnSpPr>
          <p:nvPr/>
        </p:nvCxnSpPr>
        <p:spPr>
          <a:xfrm>
            <a:off x="6095999" y="3373120"/>
            <a:ext cx="0" cy="1016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9CA9E4C-7ECF-0AC1-5CAC-0DE285BB042B}"/>
              </a:ext>
            </a:extLst>
          </p:cNvPr>
          <p:cNvCxnSpPr>
            <a:cxnSpLocks/>
          </p:cNvCxnSpPr>
          <p:nvPr/>
        </p:nvCxnSpPr>
        <p:spPr>
          <a:xfrm>
            <a:off x="6095999" y="3698240"/>
            <a:ext cx="0" cy="1016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6DF1C12-D7F4-4F8D-C578-2D944475EEB4}"/>
              </a:ext>
            </a:extLst>
          </p:cNvPr>
          <p:cNvCxnSpPr>
            <a:cxnSpLocks/>
          </p:cNvCxnSpPr>
          <p:nvPr/>
        </p:nvCxnSpPr>
        <p:spPr>
          <a:xfrm>
            <a:off x="6095999" y="4035425"/>
            <a:ext cx="0" cy="1016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40A6752-5F8F-0F6C-A076-7D55C585244B}"/>
              </a:ext>
            </a:extLst>
          </p:cNvPr>
          <p:cNvCxnSpPr>
            <a:cxnSpLocks/>
          </p:cNvCxnSpPr>
          <p:nvPr/>
        </p:nvCxnSpPr>
        <p:spPr>
          <a:xfrm>
            <a:off x="6095999" y="4363085"/>
            <a:ext cx="0" cy="1016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EF03312-0DC9-494F-46EE-9DA62EDD19CD}"/>
              </a:ext>
            </a:extLst>
          </p:cNvPr>
          <p:cNvCxnSpPr>
            <a:cxnSpLocks/>
          </p:cNvCxnSpPr>
          <p:nvPr/>
        </p:nvCxnSpPr>
        <p:spPr>
          <a:xfrm>
            <a:off x="6095999" y="4696460"/>
            <a:ext cx="0" cy="1016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12E2A3BE-83FA-2F0A-27BC-2AD0BCC15E5F}"/>
              </a:ext>
            </a:extLst>
          </p:cNvPr>
          <p:cNvCxnSpPr>
            <a:cxnSpLocks/>
          </p:cNvCxnSpPr>
          <p:nvPr/>
        </p:nvCxnSpPr>
        <p:spPr>
          <a:xfrm>
            <a:off x="5514974" y="5117465"/>
            <a:ext cx="0" cy="1016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309F36F-7736-305C-7D4F-81161A6F5BCF}"/>
              </a:ext>
            </a:extLst>
          </p:cNvPr>
          <p:cNvCxnSpPr>
            <a:cxnSpLocks/>
          </p:cNvCxnSpPr>
          <p:nvPr/>
        </p:nvCxnSpPr>
        <p:spPr>
          <a:xfrm>
            <a:off x="6711314" y="5123180"/>
            <a:ext cx="0" cy="1016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447B97C-59C3-41A3-FB46-704FB5E34904}"/>
              </a:ext>
            </a:extLst>
          </p:cNvPr>
          <p:cNvCxnSpPr>
            <a:cxnSpLocks/>
          </p:cNvCxnSpPr>
          <p:nvPr/>
        </p:nvCxnSpPr>
        <p:spPr>
          <a:xfrm>
            <a:off x="7955280" y="4943856"/>
            <a:ext cx="0" cy="27520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17916482-AF28-C622-3E5B-3C864C5B202C}"/>
              </a:ext>
            </a:extLst>
          </p:cNvPr>
          <p:cNvCxnSpPr>
            <a:cxnSpLocks/>
          </p:cNvCxnSpPr>
          <p:nvPr/>
        </p:nvCxnSpPr>
        <p:spPr>
          <a:xfrm>
            <a:off x="4303776" y="4943856"/>
            <a:ext cx="0" cy="3390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DA82515-B4D5-8852-13BF-C138EF00A5C2}"/>
              </a:ext>
            </a:extLst>
          </p:cNvPr>
          <p:cNvCxnSpPr>
            <a:cxnSpLocks/>
          </p:cNvCxnSpPr>
          <p:nvPr/>
        </p:nvCxnSpPr>
        <p:spPr>
          <a:xfrm>
            <a:off x="5520688" y="5661660"/>
            <a:ext cx="0" cy="1289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C3166ED-8FBA-05AE-659D-B4E8BB04177B}"/>
              </a:ext>
            </a:extLst>
          </p:cNvPr>
          <p:cNvCxnSpPr>
            <a:cxnSpLocks/>
          </p:cNvCxnSpPr>
          <p:nvPr/>
        </p:nvCxnSpPr>
        <p:spPr>
          <a:xfrm flipH="1">
            <a:off x="4303776" y="4943856"/>
            <a:ext cx="7680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DE941B8-3018-0553-5119-EB6689B5B943}"/>
              </a:ext>
            </a:extLst>
          </p:cNvPr>
          <p:cNvCxnSpPr>
            <a:cxnSpLocks/>
          </p:cNvCxnSpPr>
          <p:nvPr/>
        </p:nvCxnSpPr>
        <p:spPr>
          <a:xfrm flipH="1">
            <a:off x="7126224" y="4943856"/>
            <a:ext cx="829056" cy="0"/>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73F5CB01-6301-2810-FE1B-B1D03F9B6971}"/>
              </a:ext>
            </a:extLst>
          </p:cNvPr>
          <p:cNvCxnSpPr>
            <a:cxnSpLocks/>
          </p:cNvCxnSpPr>
          <p:nvPr/>
        </p:nvCxnSpPr>
        <p:spPr>
          <a:xfrm>
            <a:off x="5511162" y="6145530"/>
            <a:ext cx="0" cy="1289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4103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7443C-B36B-A1C5-1740-1576E53623D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C9FCC3F-ACA0-5921-CA6E-CA2B2F03C325}"/>
              </a:ext>
            </a:extLst>
          </p:cNvPr>
          <p:cNvSpPr>
            <a:spLocks noGrp="1"/>
          </p:cNvSpPr>
          <p:nvPr>
            <p:ph type="sldNum" sz="quarter" idx="22"/>
          </p:nvPr>
        </p:nvSpPr>
        <p:spPr>
          <a:xfrm>
            <a:off x="7522027" y="5670550"/>
            <a:ext cx="930738" cy="537094"/>
          </a:xfrm>
        </p:spPr>
        <p:txBody>
          <a:bodyPr/>
          <a:lstStyle/>
          <a:p>
            <a:fld id="{19B51A1E-902D-48AF-9020-955120F399B6}" type="slidenum">
              <a:rPr lang="en-US" smtClean="0"/>
              <a:pPr/>
              <a:t>7</a:t>
            </a:fld>
            <a:endParaRPr lang="en-US" dirty="0"/>
          </a:p>
        </p:txBody>
      </p:sp>
      <p:pic>
        <p:nvPicPr>
          <p:cNvPr id="5" name="Picture 4">
            <a:extLst>
              <a:ext uri="{FF2B5EF4-FFF2-40B4-BE49-F238E27FC236}">
                <a16:creationId xmlns:a16="http://schemas.microsoft.com/office/drawing/2014/main" id="{3465563D-88FF-DEC0-2B17-40DD71C5DE07}"/>
              </a:ext>
            </a:extLst>
          </p:cNvPr>
          <p:cNvPicPr>
            <a:picLocks noChangeAspect="1"/>
          </p:cNvPicPr>
          <p:nvPr/>
        </p:nvPicPr>
        <p:blipFill>
          <a:blip r:embed="rId2"/>
          <a:stretch>
            <a:fillRect/>
          </a:stretch>
        </p:blipFill>
        <p:spPr>
          <a:xfrm rot="5400000">
            <a:off x="2666466" y="299111"/>
            <a:ext cx="6859067" cy="6260845"/>
          </a:xfrm>
          <a:prstGeom prst="rect">
            <a:avLst/>
          </a:prstGeom>
        </p:spPr>
      </p:pic>
      <p:cxnSp>
        <p:nvCxnSpPr>
          <p:cNvPr id="10" name="Straight Arrow Connector 9">
            <a:extLst>
              <a:ext uri="{FF2B5EF4-FFF2-40B4-BE49-F238E27FC236}">
                <a16:creationId xmlns:a16="http://schemas.microsoft.com/office/drawing/2014/main" id="{2937FA40-4CF1-7365-8850-58206EADC074}"/>
              </a:ext>
            </a:extLst>
          </p:cNvPr>
          <p:cNvCxnSpPr>
            <a:cxnSpLocks/>
          </p:cNvCxnSpPr>
          <p:nvPr/>
        </p:nvCxnSpPr>
        <p:spPr>
          <a:xfrm>
            <a:off x="6095999" y="1313180"/>
            <a:ext cx="0" cy="1016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FF0DF48-47EF-ADD0-1EC9-4A6C94FCBDD4}"/>
              </a:ext>
            </a:extLst>
          </p:cNvPr>
          <p:cNvCxnSpPr>
            <a:cxnSpLocks/>
          </p:cNvCxnSpPr>
          <p:nvPr/>
        </p:nvCxnSpPr>
        <p:spPr>
          <a:xfrm>
            <a:off x="5039359" y="1602740"/>
            <a:ext cx="0" cy="3124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C48282D-F027-A86B-C43E-B52CFED71C0B}"/>
              </a:ext>
            </a:extLst>
          </p:cNvPr>
          <p:cNvCxnSpPr>
            <a:cxnSpLocks/>
          </p:cNvCxnSpPr>
          <p:nvPr/>
        </p:nvCxnSpPr>
        <p:spPr>
          <a:xfrm>
            <a:off x="7180579" y="1602740"/>
            <a:ext cx="0" cy="3124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27CAF1E-09F6-C781-982C-2BB6929192A1}"/>
              </a:ext>
            </a:extLst>
          </p:cNvPr>
          <p:cNvCxnSpPr>
            <a:cxnSpLocks/>
          </p:cNvCxnSpPr>
          <p:nvPr/>
        </p:nvCxnSpPr>
        <p:spPr>
          <a:xfrm>
            <a:off x="5039358" y="2484120"/>
            <a:ext cx="1" cy="1676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CE0DED7-F779-DA77-C6C1-66306FAA7B91}"/>
              </a:ext>
            </a:extLst>
          </p:cNvPr>
          <p:cNvCxnSpPr>
            <a:cxnSpLocks/>
          </p:cNvCxnSpPr>
          <p:nvPr/>
        </p:nvCxnSpPr>
        <p:spPr>
          <a:xfrm>
            <a:off x="7180579" y="2484120"/>
            <a:ext cx="1" cy="1676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6299E17-CF0A-7885-3970-F28B974C621B}"/>
              </a:ext>
            </a:extLst>
          </p:cNvPr>
          <p:cNvCxnSpPr>
            <a:cxnSpLocks/>
          </p:cNvCxnSpPr>
          <p:nvPr/>
        </p:nvCxnSpPr>
        <p:spPr>
          <a:xfrm>
            <a:off x="7188198" y="3218180"/>
            <a:ext cx="0" cy="2641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B410E0F8-12B0-5711-9C0F-E6FEC302D4FD}"/>
              </a:ext>
            </a:extLst>
          </p:cNvPr>
          <p:cNvCxnSpPr>
            <a:cxnSpLocks/>
          </p:cNvCxnSpPr>
          <p:nvPr/>
        </p:nvCxnSpPr>
        <p:spPr>
          <a:xfrm>
            <a:off x="5034277" y="3218180"/>
            <a:ext cx="0" cy="5562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604E10D4-8C70-BB4F-5234-121EF3AC0FD7}"/>
              </a:ext>
            </a:extLst>
          </p:cNvPr>
          <p:cNvCxnSpPr>
            <a:cxnSpLocks/>
          </p:cNvCxnSpPr>
          <p:nvPr/>
        </p:nvCxnSpPr>
        <p:spPr>
          <a:xfrm>
            <a:off x="7180579" y="3921760"/>
            <a:ext cx="0" cy="1422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9349458-FC15-A231-F7FA-F688EEDCB4C0}"/>
              </a:ext>
            </a:extLst>
          </p:cNvPr>
          <p:cNvCxnSpPr>
            <a:cxnSpLocks/>
          </p:cNvCxnSpPr>
          <p:nvPr/>
        </p:nvCxnSpPr>
        <p:spPr>
          <a:xfrm>
            <a:off x="4752339" y="6390640"/>
            <a:ext cx="19558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A9449754-77C8-5142-61BB-FD8CE58B48F9}"/>
              </a:ext>
            </a:extLst>
          </p:cNvPr>
          <p:cNvCxnSpPr>
            <a:cxnSpLocks/>
          </p:cNvCxnSpPr>
          <p:nvPr/>
        </p:nvCxnSpPr>
        <p:spPr>
          <a:xfrm>
            <a:off x="5998208" y="6319520"/>
            <a:ext cx="19558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C889D4AA-F368-3938-533B-CE894266DFFD}"/>
              </a:ext>
            </a:extLst>
          </p:cNvPr>
          <p:cNvCxnSpPr>
            <a:cxnSpLocks/>
          </p:cNvCxnSpPr>
          <p:nvPr/>
        </p:nvCxnSpPr>
        <p:spPr>
          <a:xfrm>
            <a:off x="8082280" y="6004560"/>
            <a:ext cx="0" cy="127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1379387-8AAF-559D-2401-1A19283F859C}"/>
              </a:ext>
            </a:extLst>
          </p:cNvPr>
          <p:cNvCxnSpPr>
            <a:cxnSpLocks/>
          </p:cNvCxnSpPr>
          <p:nvPr/>
        </p:nvCxnSpPr>
        <p:spPr>
          <a:xfrm>
            <a:off x="5476240" y="6004560"/>
            <a:ext cx="26060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582F9AE-5F78-2B00-0618-4B5C7F01664D}"/>
              </a:ext>
            </a:extLst>
          </p:cNvPr>
          <p:cNvCxnSpPr>
            <a:cxnSpLocks/>
          </p:cNvCxnSpPr>
          <p:nvPr/>
        </p:nvCxnSpPr>
        <p:spPr>
          <a:xfrm>
            <a:off x="5476240" y="6004560"/>
            <a:ext cx="0" cy="127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295CA76-08C8-4A8A-424A-28065A52333C}"/>
              </a:ext>
            </a:extLst>
          </p:cNvPr>
          <p:cNvCxnSpPr>
            <a:cxnSpLocks/>
          </p:cNvCxnSpPr>
          <p:nvPr/>
        </p:nvCxnSpPr>
        <p:spPr>
          <a:xfrm>
            <a:off x="7005320" y="1602740"/>
            <a:ext cx="17525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82B0593-20C6-364C-47D6-781DC9539CCF}"/>
              </a:ext>
            </a:extLst>
          </p:cNvPr>
          <p:cNvCxnSpPr>
            <a:cxnSpLocks/>
          </p:cNvCxnSpPr>
          <p:nvPr/>
        </p:nvCxnSpPr>
        <p:spPr>
          <a:xfrm>
            <a:off x="5034277" y="1602740"/>
            <a:ext cx="17525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7919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D33F5-E8D8-054B-AE5D-267AC3E914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25C972-BFBB-047E-63E0-CB70ED8E53D2}"/>
              </a:ext>
            </a:extLst>
          </p:cNvPr>
          <p:cNvSpPr>
            <a:spLocks noGrp="1"/>
          </p:cNvSpPr>
          <p:nvPr>
            <p:ph type="title"/>
          </p:nvPr>
        </p:nvSpPr>
        <p:spPr>
          <a:xfrm>
            <a:off x="838200" y="365125"/>
            <a:ext cx="10515600" cy="1325563"/>
          </a:xfrm>
        </p:spPr>
        <p:txBody>
          <a:bodyPr anchor="ctr">
            <a:normAutofit/>
          </a:bodyPr>
          <a:lstStyle/>
          <a:p>
            <a:r>
              <a:rPr lang="en-US" dirty="0"/>
              <a:t>Hardware components to be used</a:t>
            </a:r>
          </a:p>
        </p:txBody>
      </p:sp>
      <p:sp>
        <p:nvSpPr>
          <p:cNvPr id="4" name="Slide Number Placeholder 3">
            <a:extLst>
              <a:ext uri="{FF2B5EF4-FFF2-40B4-BE49-F238E27FC236}">
                <a16:creationId xmlns:a16="http://schemas.microsoft.com/office/drawing/2014/main" id="{34C31C54-0472-255C-09B4-9C4AD6CDB670}"/>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19B51A1E-902D-48AF-9020-955120F399B6}" type="slidenum">
              <a:rPr lang="en-US" smtClean="0"/>
              <a:pPr>
                <a:spcAft>
                  <a:spcPts val="600"/>
                </a:spcAft>
              </a:pPr>
              <a:t>8</a:t>
            </a:fld>
            <a:endParaRPr lang="en-US"/>
          </a:p>
        </p:txBody>
      </p:sp>
      <p:graphicFrame>
        <p:nvGraphicFramePr>
          <p:cNvPr id="3" name="Table 2">
            <a:extLst>
              <a:ext uri="{FF2B5EF4-FFF2-40B4-BE49-F238E27FC236}">
                <a16:creationId xmlns:a16="http://schemas.microsoft.com/office/drawing/2014/main" id="{BBBA185A-D63F-210E-FF76-E08B77FF7E6E}"/>
              </a:ext>
            </a:extLst>
          </p:cNvPr>
          <p:cNvGraphicFramePr>
            <a:graphicFrameLocks noGrp="1"/>
          </p:cNvGraphicFramePr>
          <p:nvPr>
            <p:extLst>
              <p:ext uri="{D42A27DB-BD31-4B8C-83A1-F6EECF244321}">
                <p14:modId xmlns:p14="http://schemas.microsoft.com/office/powerpoint/2010/main" val="3323655852"/>
              </p:ext>
            </p:extLst>
          </p:nvPr>
        </p:nvGraphicFramePr>
        <p:xfrm>
          <a:off x="1577283" y="2136775"/>
          <a:ext cx="9037433" cy="3697300"/>
        </p:xfrm>
        <a:graphic>
          <a:graphicData uri="http://schemas.openxmlformats.org/drawingml/2006/table">
            <a:tbl>
              <a:tblPr firstRow="1" firstCol="1" bandRow="1">
                <a:tableStyleId>{7E9639D4-E3E2-4D34-9284-5A2195B3D0D7}</a:tableStyleId>
              </a:tblPr>
              <a:tblGrid>
                <a:gridCol w="681477">
                  <a:extLst>
                    <a:ext uri="{9D8B030D-6E8A-4147-A177-3AD203B41FA5}">
                      <a16:colId xmlns:a16="http://schemas.microsoft.com/office/drawing/2014/main" val="3011297101"/>
                    </a:ext>
                  </a:extLst>
                </a:gridCol>
                <a:gridCol w="4049862">
                  <a:extLst>
                    <a:ext uri="{9D8B030D-6E8A-4147-A177-3AD203B41FA5}">
                      <a16:colId xmlns:a16="http://schemas.microsoft.com/office/drawing/2014/main" val="2330719202"/>
                    </a:ext>
                  </a:extLst>
                </a:gridCol>
                <a:gridCol w="1392629">
                  <a:extLst>
                    <a:ext uri="{9D8B030D-6E8A-4147-A177-3AD203B41FA5}">
                      <a16:colId xmlns:a16="http://schemas.microsoft.com/office/drawing/2014/main" val="966092152"/>
                    </a:ext>
                  </a:extLst>
                </a:gridCol>
                <a:gridCol w="2913465">
                  <a:extLst>
                    <a:ext uri="{9D8B030D-6E8A-4147-A177-3AD203B41FA5}">
                      <a16:colId xmlns:a16="http://schemas.microsoft.com/office/drawing/2014/main" val="2704765310"/>
                    </a:ext>
                  </a:extLst>
                </a:gridCol>
              </a:tblGrid>
              <a:tr h="232135">
                <a:tc>
                  <a:txBody>
                    <a:bodyPr/>
                    <a:lstStyle/>
                    <a:p>
                      <a:pPr marL="0" marR="0">
                        <a:lnSpc>
                          <a:spcPct val="115000"/>
                        </a:lnSpc>
                        <a:spcAft>
                          <a:spcPts val="1000"/>
                        </a:spcAft>
                        <a:buNone/>
                      </a:pPr>
                      <a:r>
                        <a:rPr lang="en-US" sz="1200">
                          <a:effectLst/>
                          <a:latin typeface="Calibri" panose="020F0502020204030204" pitchFamily="34" charset="0"/>
                          <a:ea typeface="MS Mincho" panose="02020609040205080304" pitchFamily="49" charset="-128"/>
                          <a:cs typeface="Times New Roman" panose="02020603050405020304" pitchFamily="18" charset="0"/>
                        </a:rPr>
                        <a:t>Sr No.</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Component</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Qty</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Purpose</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extLst>
                  <a:ext uri="{0D108BD9-81ED-4DB2-BD59-A6C34878D82A}">
                    <a16:rowId xmlns:a16="http://schemas.microsoft.com/office/drawing/2014/main" val="254994568"/>
                  </a:ext>
                </a:extLst>
              </a:tr>
              <a:tr h="231011">
                <a:tc>
                  <a:txBody>
                    <a:bodyPr/>
                    <a:lstStyle/>
                    <a:p>
                      <a:pPr marL="0" marR="0">
                        <a:lnSpc>
                          <a:spcPct val="115000"/>
                        </a:lnSpc>
                        <a:spcAft>
                          <a:spcPts val="1000"/>
                        </a:spcAft>
                        <a:buNone/>
                      </a:pPr>
                      <a:r>
                        <a:rPr lang="en-US" sz="1200">
                          <a:effectLst/>
                        </a:rPr>
                        <a:t>1</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dirty="0">
                          <a:effectLst/>
                        </a:rPr>
                        <a:t>STM32F411CEU6 (Black Pill)</a:t>
                      </a:r>
                      <a:endParaRPr lang="en-IN" sz="1200" dirty="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1</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Main microcontroller</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extLst>
                  <a:ext uri="{0D108BD9-81ED-4DB2-BD59-A6C34878D82A}">
                    <a16:rowId xmlns:a16="http://schemas.microsoft.com/office/drawing/2014/main" val="154355250"/>
                  </a:ext>
                </a:extLst>
              </a:tr>
              <a:tr h="231011">
                <a:tc>
                  <a:txBody>
                    <a:bodyPr/>
                    <a:lstStyle/>
                    <a:p>
                      <a:pPr marL="0" marR="0">
                        <a:lnSpc>
                          <a:spcPct val="115000"/>
                        </a:lnSpc>
                        <a:spcAft>
                          <a:spcPts val="1000"/>
                        </a:spcAft>
                        <a:buNone/>
                      </a:pPr>
                      <a:r>
                        <a:rPr lang="en-US" sz="1200">
                          <a:effectLst/>
                        </a:rPr>
                        <a:t>2</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ESP8266 NodeMCU v3</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1</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WiFi module + web dashboard</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extLst>
                  <a:ext uri="{0D108BD9-81ED-4DB2-BD59-A6C34878D82A}">
                    <a16:rowId xmlns:a16="http://schemas.microsoft.com/office/drawing/2014/main" val="2690237234"/>
                  </a:ext>
                </a:extLst>
              </a:tr>
              <a:tr h="231011">
                <a:tc>
                  <a:txBody>
                    <a:bodyPr/>
                    <a:lstStyle/>
                    <a:p>
                      <a:pPr marL="0" marR="0">
                        <a:lnSpc>
                          <a:spcPct val="115000"/>
                        </a:lnSpc>
                        <a:spcAft>
                          <a:spcPts val="1000"/>
                        </a:spcAft>
                        <a:buNone/>
                      </a:pPr>
                      <a:r>
                        <a:rPr lang="en-US" sz="1200">
                          <a:effectLst/>
                        </a:rPr>
                        <a:t>3</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ZMPT101B voltage sensor</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1</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AC voltage sensing</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extLst>
                  <a:ext uri="{0D108BD9-81ED-4DB2-BD59-A6C34878D82A}">
                    <a16:rowId xmlns:a16="http://schemas.microsoft.com/office/drawing/2014/main" val="3886089944"/>
                  </a:ext>
                </a:extLst>
              </a:tr>
              <a:tr h="231011">
                <a:tc>
                  <a:txBody>
                    <a:bodyPr/>
                    <a:lstStyle/>
                    <a:p>
                      <a:pPr marL="0" marR="0">
                        <a:lnSpc>
                          <a:spcPct val="115000"/>
                        </a:lnSpc>
                        <a:spcAft>
                          <a:spcPts val="1000"/>
                        </a:spcAft>
                        <a:buNone/>
                      </a:pPr>
                      <a:r>
                        <a:rPr lang="en-US" sz="1200">
                          <a:effectLst/>
                        </a:rPr>
                        <a:t>4</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SCT-013-005 (YHDC) current sensor</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1</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AC current sensing (clamp-on)</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extLst>
                  <a:ext uri="{0D108BD9-81ED-4DB2-BD59-A6C34878D82A}">
                    <a16:rowId xmlns:a16="http://schemas.microsoft.com/office/drawing/2014/main" val="3042723549"/>
                  </a:ext>
                </a:extLst>
              </a:tr>
              <a:tr h="231011">
                <a:tc>
                  <a:txBody>
                    <a:bodyPr/>
                    <a:lstStyle/>
                    <a:p>
                      <a:pPr marL="0" marR="0">
                        <a:lnSpc>
                          <a:spcPct val="115000"/>
                        </a:lnSpc>
                        <a:spcAft>
                          <a:spcPts val="1000"/>
                        </a:spcAft>
                        <a:buNone/>
                      </a:pPr>
                      <a:r>
                        <a:rPr lang="en-US" sz="1200">
                          <a:effectLst/>
                        </a:rPr>
                        <a:t>5</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dirty="0">
                          <a:effectLst/>
                        </a:rPr>
                        <a:t>1.8" TFT Display (ST7735)</a:t>
                      </a:r>
                      <a:endParaRPr lang="en-IN" sz="1200" dirty="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1</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Local display</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extLst>
                  <a:ext uri="{0D108BD9-81ED-4DB2-BD59-A6C34878D82A}">
                    <a16:rowId xmlns:a16="http://schemas.microsoft.com/office/drawing/2014/main" val="1006640473"/>
                  </a:ext>
                </a:extLst>
              </a:tr>
              <a:tr h="231011">
                <a:tc>
                  <a:txBody>
                    <a:bodyPr/>
                    <a:lstStyle/>
                    <a:p>
                      <a:pPr marL="0" marR="0">
                        <a:lnSpc>
                          <a:spcPct val="115000"/>
                        </a:lnSpc>
                        <a:spcAft>
                          <a:spcPts val="1000"/>
                        </a:spcAft>
                        <a:buNone/>
                      </a:pPr>
                      <a:r>
                        <a:rPr lang="en-US" sz="1200">
                          <a:effectLst/>
                        </a:rPr>
                        <a:t>6</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dirty="0">
                          <a:effectLst/>
                        </a:rPr>
                        <a:t>ST-Link V2 programmer</a:t>
                      </a:r>
                      <a:endParaRPr lang="en-IN" sz="1200" dirty="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1</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Flashing STM32 firmware</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extLst>
                  <a:ext uri="{0D108BD9-81ED-4DB2-BD59-A6C34878D82A}">
                    <a16:rowId xmlns:a16="http://schemas.microsoft.com/office/drawing/2014/main" val="1463177385"/>
                  </a:ext>
                </a:extLst>
              </a:tr>
              <a:tr h="231011">
                <a:tc>
                  <a:txBody>
                    <a:bodyPr/>
                    <a:lstStyle/>
                    <a:p>
                      <a:pPr marL="0" marR="0">
                        <a:lnSpc>
                          <a:spcPct val="115000"/>
                        </a:lnSpc>
                        <a:spcAft>
                          <a:spcPts val="1000"/>
                        </a:spcAft>
                        <a:buNone/>
                      </a:pPr>
                      <a:r>
                        <a:rPr lang="en-US" sz="1200">
                          <a:effectLst/>
                        </a:rPr>
                        <a:t>7</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18650 Li-ion batteries (3.7V)</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2</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Power source (7.4V series)</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extLst>
                  <a:ext uri="{0D108BD9-81ED-4DB2-BD59-A6C34878D82A}">
                    <a16:rowId xmlns:a16="http://schemas.microsoft.com/office/drawing/2014/main" val="1136669384"/>
                  </a:ext>
                </a:extLst>
              </a:tr>
              <a:tr h="231011">
                <a:tc>
                  <a:txBody>
                    <a:bodyPr/>
                    <a:lstStyle/>
                    <a:p>
                      <a:pPr marL="0" marR="0">
                        <a:lnSpc>
                          <a:spcPct val="115000"/>
                        </a:lnSpc>
                        <a:spcAft>
                          <a:spcPts val="1000"/>
                        </a:spcAft>
                        <a:buNone/>
                      </a:pPr>
                      <a:r>
                        <a:rPr lang="en-US" sz="1200">
                          <a:effectLst/>
                        </a:rPr>
                        <a:t>8</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18650 battery holder (2-slot)</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1</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Battery mounting</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extLst>
                  <a:ext uri="{0D108BD9-81ED-4DB2-BD59-A6C34878D82A}">
                    <a16:rowId xmlns:a16="http://schemas.microsoft.com/office/drawing/2014/main" val="807641094"/>
                  </a:ext>
                </a:extLst>
              </a:tr>
              <a:tr h="231011">
                <a:tc>
                  <a:txBody>
                    <a:bodyPr/>
                    <a:lstStyle/>
                    <a:p>
                      <a:pPr marL="0" marR="0">
                        <a:lnSpc>
                          <a:spcPct val="115000"/>
                        </a:lnSpc>
                        <a:spcAft>
                          <a:spcPts val="1000"/>
                        </a:spcAft>
                        <a:buNone/>
                      </a:pPr>
                      <a:r>
                        <a:rPr lang="en-US" sz="1200">
                          <a:effectLst/>
                        </a:rPr>
                        <a:t>9</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AMS1117 3.3V regulator</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1</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Voltage regulation for STM32</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extLst>
                  <a:ext uri="{0D108BD9-81ED-4DB2-BD59-A6C34878D82A}">
                    <a16:rowId xmlns:a16="http://schemas.microsoft.com/office/drawing/2014/main" val="3179834014"/>
                  </a:ext>
                </a:extLst>
              </a:tr>
              <a:tr h="231011">
                <a:tc>
                  <a:txBody>
                    <a:bodyPr/>
                    <a:lstStyle/>
                    <a:p>
                      <a:pPr marL="0" marR="0">
                        <a:lnSpc>
                          <a:spcPct val="115000"/>
                        </a:lnSpc>
                        <a:spcAft>
                          <a:spcPts val="1000"/>
                        </a:spcAft>
                        <a:buNone/>
                      </a:pPr>
                      <a:r>
                        <a:rPr lang="en-US" sz="1200">
                          <a:effectLst/>
                        </a:rPr>
                        <a:t>10</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Extension cord + Extension board</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1+1</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Sensing cable + load bus</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extLst>
                  <a:ext uri="{0D108BD9-81ED-4DB2-BD59-A6C34878D82A}">
                    <a16:rowId xmlns:a16="http://schemas.microsoft.com/office/drawing/2014/main" val="1951500208"/>
                  </a:ext>
                </a:extLst>
              </a:tr>
              <a:tr h="231011">
                <a:tc>
                  <a:txBody>
                    <a:bodyPr/>
                    <a:lstStyle/>
                    <a:p>
                      <a:pPr marL="0" marR="0">
                        <a:lnSpc>
                          <a:spcPct val="115000"/>
                        </a:lnSpc>
                        <a:spcAft>
                          <a:spcPts val="1000"/>
                        </a:spcAft>
                        <a:buNone/>
                      </a:pPr>
                      <a:r>
                        <a:rPr lang="en-US" sz="1200">
                          <a:effectLst/>
                        </a:rPr>
                        <a:t>11</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3A inline fuse + holder</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1</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Safety protection</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extLst>
                  <a:ext uri="{0D108BD9-81ED-4DB2-BD59-A6C34878D82A}">
                    <a16:rowId xmlns:a16="http://schemas.microsoft.com/office/drawing/2014/main" val="1478119108"/>
                  </a:ext>
                </a:extLst>
              </a:tr>
              <a:tr h="231011">
                <a:tc>
                  <a:txBody>
                    <a:bodyPr/>
                    <a:lstStyle/>
                    <a:p>
                      <a:pPr marL="0" marR="0">
                        <a:lnSpc>
                          <a:spcPct val="115000"/>
                        </a:lnSpc>
                        <a:spcAft>
                          <a:spcPts val="1000"/>
                        </a:spcAft>
                        <a:buNone/>
                      </a:pPr>
                      <a:r>
                        <a:rPr lang="en-US" sz="1200">
                          <a:effectLst/>
                        </a:rPr>
                        <a:t>12</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Active buzzer + LEDs</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1+2</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Alert indicators</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extLst>
                  <a:ext uri="{0D108BD9-81ED-4DB2-BD59-A6C34878D82A}">
                    <a16:rowId xmlns:a16="http://schemas.microsoft.com/office/drawing/2014/main" val="3960300271"/>
                  </a:ext>
                </a:extLst>
              </a:tr>
              <a:tr h="231011">
                <a:tc>
                  <a:txBody>
                    <a:bodyPr/>
                    <a:lstStyle/>
                    <a:p>
                      <a:pPr marL="0" marR="0">
                        <a:lnSpc>
                          <a:spcPct val="115000"/>
                        </a:lnSpc>
                        <a:spcAft>
                          <a:spcPts val="1000"/>
                        </a:spcAft>
                        <a:buNone/>
                      </a:pPr>
                      <a:r>
                        <a:rPr lang="en-US" sz="1200">
                          <a:effectLst/>
                        </a:rPr>
                        <a:t>13</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Breadboard + jumper wires</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1+2 packs</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Prototyping</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extLst>
                  <a:ext uri="{0D108BD9-81ED-4DB2-BD59-A6C34878D82A}">
                    <a16:rowId xmlns:a16="http://schemas.microsoft.com/office/drawing/2014/main" val="2515587795"/>
                  </a:ext>
                </a:extLst>
              </a:tr>
              <a:tr h="231011">
                <a:tc>
                  <a:txBody>
                    <a:bodyPr/>
                    <a:lstStyle/>
                    <a:p>
                      <a:pPr marL="0" marR="0">
                        <a:lnSpc>
                          <a:spcPct val="115000"/>
                        </a:lnSpc>
                        <a:spcAft>
                          <a:spcPts val="1000"/>
                        </a:spcAft>
                        <a:buNone/>
                      </a:pPr>
                      <a:r>
                        <a:rPr lang="en-US" sz="1200">
                          <a:effectLst/>
                        </a:rPr>
                        <a:t>14</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Incandescent bulb + holder</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1</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Test load for demo</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extLst>
                  <a:ext uri="{0D108BD9-81ED-4DB2-BD59-A6C34878D82A}">
                    <a16:rowId xmlns:a16="http://schemas.microsoft.com/office/drawing/2014/main" val="4034286472"/>
                  </a:ext>
                </a:extLst>
              </a:tr>
              <a:tr h="231011">
                <a:tc>
                  <a:txBody>
                    <a:bodyPr/>
                    <a:lstStyle/>
                    <a:p>
                      <a:pPr marL="0" marR="0">
                        <a:lnSpc>
                          <a:spcPct val="115000"/>
                        </a:lnSpc>
                        <a:spcAft>
                          <a:spcPts val="1000"/>
                        </a:spcAft>
                        <a:buNone/>
                      </a:pPr>
                      <a:r>
                        <a:rPr lang="en-US" sz="1200" dirty="0">
                          <a:effectLst/>
                        </a:rPr>
                        <a:t>15</a:t>
                      </a:r>
                      <a:endParaRPr lang="en-IN" sz="1200" dirty="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Electrical tape + misc</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a:effectLst/>
                        </a:rPr>
                        <a:t>1</a:t>
                      </a:r>
                      <a:endParaRPr lang="en-IN" sz="120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tc>
                  <a:txBody>
                    <a:bodyPr/>
                    <a:lstStyle/>
                    <a:p>
                      <a:pPr marL="0" marR="0">
                        <a:lnSpc>
                          <a:spcPct val="115000"/>
                        </a:lnSpc>
                        <a:spcAft>
                          <a:spcPts val="1000"/>
                        </a:spcAft>
                        <a:buNone/>
                      </a:pPr>
                      <a:r>
                        <a:rPr lang="en-US" sz="1200" dirty="0">
                          <a:effectLst/>
                        </a:rPr>
                        <a:t>Insulation and connections</a:t>
                      </a:r>
                      <a:endParaRPr lang="en-IN" sz="1200" dirty="0">
                        <a:effectLst/>
                        <a:latin typeface="Calibri" panose="020F0502020204030204" pitchFamily="34" charset="0"/>
                        <a:ea typeface="MS Mincho" panose="02020609040205080304" pitchFamily="49" charset="-128"/>
                        <a:cs typeface="Times New Roman" panose="02020603050405020304" pitchFamily="18" charset="0"/>
                      </a:endParaRPr>
                    </a:p>
                  </a:txBody>
                  <a:tcPr marL="53418" marR="53418" marT="0" marB="0"/>
                </a:tc>
                <a:extLst>
                  <a:ext uri="{0D108BD9-81ED-4DB2-BD59-A6C34878D82A}">
                    <a16:rowId xmlns:a16="http://schemas.microsoft.com/office/drawing/2014/main" val="2553479339"/>
                  </a:ext>
                </a:extLst>
              </a:tr>
            </a:tbl>
          </a:graphicData>
        </a:graphic>
      </p:graphicFrame>
    </p:spTree>
    <p:extLst>
      <p:ext uri="{BB962C8B-B14F-4D97-AF65-F5344CB8AC3E}">
        <p14:creationId xmlns:p14="http://schemas.microsoft.com/office/powerpoint/2010/main" val="2447823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B3EA7-2FD9-3A53-B253-5CC142D42D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02F0C6-B856-A331-47C3-1B031570C437}"/>
              </a:ext>
            </a:extLst>
          </p:cNvPr>
          <p:cNvSpPr>
            <a:spLocks noGrp="1"/>
          </p:cNvSpPr>
          <p:nvPr>
            <p:ph type="title"/>
          </p:nvPr>
        </p:nvSpPr>
        <p:spPr>
          <a:xfrm>
            <a:off x="838200" y="365125"/>
            <a:ext cx="10515600" cy="1325563"/>
          </a:xfrm>
        </p:spPr>
        <p:txBody>
          <a:bodyPr anchor="ctr">
            <a:normAutofit/>
          </a:bodyPr>
          <a:lstStyle/>
          <a:p>
            <a:r>
              <a:rPr lang="en-US" dirty="0"/>
              <a:t>Software required</a:t>
            </a:r>
          </a:p>
        </p:txBody>
      </p:sp>
      <p:sp>
        <p:nvSpPr>
          <p:cNvPr id="4" name="Slide Number Placeholder 3">
            <a:extLst>
              <a:ext uri="{FF2B5EF4-FFF2-40B4-BE49-F238E27FC236}">
                <a16:creationId xmlns:a16="http://schemas.microsoft.com/office/drawing/2014/main" id="{429C2662-37D5-0F53-310B-ECB403619D31}"/>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19B51A1E-902D-48AF-9020-955120F399B6}" type="slidenum">
              <a:rPr lang="en-US" smtClean="0"/>
              <a:pPr>
                <a:spcAft>
                  <a:spcPts val="600"/>
                </a:spcAft>
              </a:pPr>
              <a:t>9</a:t>
            </a:fld>
            <a:endParaRPr lang="en-US"/>
          </a:p>
        </p:txBody>
      </p:sp>
      <p:graphicFrame>
        <p:nvGraphicFramePr>
          <p:cNvPr id="3" name="Table 2">
            <a:extLst>
              <a:ext uri="{FF2B5EF4-FFF2-40B4-BE49-F238E27FC236}">
                <a16:creationId xmlns:a16="http://schemas.microsoft.com/office/drawing/2014/main" id="{C31E0720-B64D-58CD-A52E-8BABD2C4F4F9}"/>
              </a:ext>
            </a:extLst>
          </p:cNvPr>
          <p:cNvGraphicFramePr>
            <a:graphicFrameLocks noGrp="1"/>
          </p:cNvGraphicFramePr>
          <p:nvPr>
            <p:extLst>
              <p:ext uri="{D42A27DB-BD31-4B8C-83A1-F6EECF244321}">
                <p14:modId xmlns:p14="http://schemas.microsoft.com/office/powerpoint/2010/main" val="2635698142"/>
              </p:ext>
            </p:extLst>
          </p:nvPr>
        </p:nvGraphicFramePr>
        <p:xfrm>
          <a:off x="1827969" y="2136775"/>
          <a:ext cx="8536058" cy="3697292"/>
        </p:xfrm>
        <a:graphic>
          <a:graphicData uri="http://schemas.openxmlformats.org/drawingml/2006/table">
            <a:tbl>
              <a:tblPr firstRow="1" firstCol="1" bandRow="1">
                <a:tableStyleId>{7E9639D4-E3E2-4D34-9284-5A2195B3D0D7}</a:tableStyleId>
              </a:tblPr>
              <a:tblGrid>
                <a:gridCol w="789481">
                  <a:extLst>
                    <a:ext uri="{9D8B030D-6E8A-4147-A177-3AD203B41FA5}">
                      <a16:colId xmlns:a16="http://schemas.microsoft.com/office/drawing/2014/main" val="1134593695"/>
                    </a:ext>
                  </a:extLst>
                </a:gridCol>
                <a:gridCol w="3783913">
                  <a:extLst>
                    <a:ext uri="{9D8B030D-6E8A-4147-A177-3AD203B41FA5}">
                      <a16:colId xmlns:a16="http://schemas.microsoft.com/office/drawing/2014/main" val="2067965411"/>
                    </a:ext>
                  </a:extLst>
                </a:gridCol>
                <a:gridCol w="3962664">
                  <a:extLst>
                    <a:ext uri="{9D8B030D-6E8A-4147-A177-3AD203B41FA5}">
                      <a16:colId xmlns:a16="http://schemas.microsoft.com/office/drawing/2014/main" val="987456728"/>
                    </a:ext>
                  </a:extLst>
                </a:gridCol>
              </a:tblGrid>
              <a:tr h="320002">
                <a:tc>
                  <a:txBody>
                    <a:bodyPr/>
                    <a:lstStyle/>
                    <a:p>
                      <a:pPr marL="0" marR="0">
                        <a:lnSpc>
                          <a:spcPct val="115000"/>
                        </a:lnSpc>
                        <a:spcAft>
                          <a:spcPts val="1000"/>
                        </a:spcAft>
                        <a:buNone/>
                      </a:pPr>
                      <a:r>
                        <a:rPr lang="en-US" sz="1600">
                          <a:effectLst/>
                        </a:rPr>
                        <a:t>#</a:t>
                      </a:r>
                      <a:endParaRPr lang="en-IN" sz="1600">
                        <a:effectLst/>
                        <a:latin typeface="Calibri" panose="020F0502020204030204" pitchFamily="34" charset="0"/>
                        <a:ea typeface="MS Mincho" panose="02020609040205080304" pitchFamily="49" charset="-128"/>
                        <a:cs typeface="Times New Roman" panose="02020603050405020304" pitchFamily="18" charset="0"/>
                      </a:endParaRPr>
                    </a:p>
                  </a:txBody>
                  <a:tcPr marL="104430" marR="104430" marT="0" marB="0"/>
                </a:tc>
                <a:tc>
                  <a:txBody>
                    <a:bodyPr/>
                    <a:lstStyle/>
                    <a:p>
                      <a:pPr marL="0" marR="0">
                        <a:lnSpc>
                          <a:spcPct val="115000"/>
                        </a:lnSpc>
                        <a:spcAft>
                          <a:spcPts val="1000"/>
                        </a:spcAft>
                        <a:buNone/>
                      </a:pPr>
                      <a:r>
                        <a:rPr lang="en-US" sz="1600">
                          <a:effectLst/>
                        </a:rPr>
                        <a:t>Software / Library</a:t>
                      </a:r>
                      <a:endParaRPr lang="en-IN" sz="1600">
                        <a:effectLst/>
                        <a:latin typeface="Calibri" panose="020F0502020204030204" pitchFamily="34" charset="0"/>
                        <a:ea typeface="MS Mincho" panose="02020609040205080304" pitchFamily="49" charset="-128"/>
                        <a:cs typeface="Times New Roman" panose="02020603050405020304" pitchFamily="18" charset="0"/>
                      </a:endParaRPr>
                    </a:p>
                  </a:txBody>
                  <a:tcPr marL="104430" marR="104430" marT="0" marB="0"/>
                </a:tc>
                <a:tc>
                  <a:txBody>
                    <a:bodyPr/>
                    <a:lstStyle/>
                    <a:p>
                      <a:pPr marL="0" marR="0">
                        <a:lnSpc>
                          <a:spcPct val="115000"/>
                        </a:lnSpc>
                        <a:spcAft>
                          <a:spcPts val="1000"/>
                        </a:spcAft>
                        <a:buNone/>
                      </a:pPr>
                      <a:r>
                        <a:rPr lang="en-US" sz="1600">
                          <a:effectLst/>
                        </a:rPr>
                        <a:t>Purpose</a:t>
                      </a:r>
                      <a:endParaRPr lang="en-IN" sz="1600">
                        <a:effectLst/>
                        <a:latin typeface="Calibri" panose="020F0502020204030204" pitchFamily="34" charset="0"/>
                        <a:ea typeface="MS Mincho" panose="02020609040205080304" pitchFamily="49" charset="-128"/>
                        <a:cs typeface="Times New Roman" panose="02020603050405020304" pitchFamily="18" charset="0"/>
                      </a:endParaRPr>
                    </a:p>
                  </a:txBody>
                  <a:tcPr marL="104430" marR="104430" marT="0" marB="0"/>
                </a:tc>
                <a:extLst>
                  <a:ext uri="{0D108BD9-81ED-4DB2-BD59-A6C34878D82A}">
                    <a16:rowId xmlns:a16="http://schemas.microsoft.com/office/drawing/2014/main" val="2997767273"/>
                  </a:ext>
                </a:extLst>
              </a:tr>
              <a:tr h="604321">
                <a:tc>
                  <a:txBody>
                    <a:bodyPr/>
                    <a:lstStyle/>
                    <a:p>
                      <a:pPr marL="0" marR="0">
                        <a:lnSpc>
                          <a:spcPct val="115000"/>
                        </a:lnSpc>
                        <a:spcAft>
                          <a:spcPts val="1000"/>
                        </a:spcAft>
                        <a:buNone/>
                      </a:pPr>
                      <a:r>
                        <a:rPr lang="en-US" sz="1600">
                          <a:effectLst/>
                        </a:rPr>
                        <a:t>1</a:t>
                      </a:r>
                      <a:endParaRPr lang="en-IN" sz="1600">
                        <a:effectLst/>
                        <a:latin typeface="Calibri" panose="020F0502020204030204" pitchFamily="34" charset="0"/>
                        <a:ea typeface="MS Mincho" panose="02020609040205080304" pitchFamily="49" charset="-128"/>
                        <a:cs typeface="Times New Roman" panose="02020603050405020304" pitchFamily="18" charset="0"/>
                      </a:endParaRPr>
                    </a:p>
                  </a:txBody>
                  <a:tcPr marL="104430" marR="104430" marT="0" marB="0"/>
                </a:tc>
                <a:tc>
                  <a:txBody>
                    <a:bodyPr/>
                    <a:lstStyle/>
                    <a:p>
                      <a:pPr marL="0" marR="0">
                        <a:lnSpc>
                          <a:spcPct val="115000"/>
                        </a:lnSpc>
                        <a:spcAft>
                          <a:spcPts val="1000"/>
                        </a:spcAft>
                        <a:buNone/>
                      </a:pPr>
                      <a:r>
                        <a:rPr lang="en-US" sz="1600">
                          <a:effectLst/>
                        </a:rPr>
                        <a:t>STM32CubeIDE</a:t>
                      </a:r>
                      <a:endParaRPr lang="en-IN" sz="1600">
                        <a:effectLst/>
                        <a:latin typeface="Calibri" panose="020F0502020204030204" pitchFamily="34" charset="0"/>
                        <a:ea typeface="MS Mincho" panose="02020609040205080304" pitchFamily="49" charset="-128"/>
                        <a:cs typeface="Times New Roman" panose="02020603050405020304" pitchFamily="18" charset="0"/>
                      </a:endParaRPr>
                    </a:p>
                  </a:txBody>
                  <a:tcPr marL="104430" marR="104430" marT="0" marB="0"/>
                </a:tc>
                <a:tc>
                  <a:txBody>
                    <a:bodyPr/>
                    <a:lstStyle/>
                    <a:p>
                      <a:pPr marL="0" marR="0">
                        <a:lnSpc>
                          <a:spcPct val="115000"/>
                        </a:lnSpc>
                        <a:spcAft>
                          <a:spcPts val="1000"/>
                        </a:spcAft>
                        <a:buNone/>
                      </a:pPr>
                      <a:r>
                        <a:rPr lang="en-US" sz="1600">
                          <a:effectLst/>
                        </a:rPr>
                        <a:t>STM32 firmware development (C language)</a:t>
                      </a:r>
                      <a:endParaRPr lang="en-IN" sz="1600">
                        <a:effectLst/>
                        <a:latin typeface="Calibri" panose="020F0502020204030204" pitchFamily="34" charset="0"/>
                        <a:ea typeface="MS Mincho" panose="02020609040205080304" pitchFamily="49" charset="-128"/>
                        <a:cs typeface="Times New Roman" panose="02020603050405020304" pitchFamily="18" charset="0"/>
                      </a:endParaRPr>
                    </a:p>
                  </a:txBody>
                  <a:tcPr marL="104430" marR="104430" marT="0" marB="0"/>
                </a:tc>
                <a:extLst>
                  <a:ext uri="{0D108BD9-81ED-4DB2-BD59-A6C34878D82A}">
                    <a16:rowId xmlns:a16="http://schemas.microsoft.com/office/drawing/2014/main" val="255848299"/>
                  </a:ext>
                </a:extLst>
              </a:tr>
              <a:tr h="604321">
                <a:tc>
                  <a:txBody>
                    <a:bodyPr/>
                    <a:lstStyle/>
                    <a:p>
                      <a:pPr marL="0" marR="0">
                        <a:lnSpc>
                          <a:spcPct val="115000"/>
                        </a:lnSpc>
                        <a:spcAft>
                          <a:spcPts val="1000"/>
                        </a:spcAft>
                        <a:buNone/>
                      </a:pPr>
                      <a:r>
                        <a:rPr lang="en-US" sz="1600">
                          <a:effectLst/>
                        </a:rPr>
                        <a:t>2</a:t>
                      </a:r>
                      <a:endParaRPr lang="en-IN" sz="1600">
                        <a:effectLst/>
                        <a:latin typeface="Calibri" panose="020F0502020204030204" pitchFamily="34" charset="0"/>
                        <a:ea typeface="MS Mincho" panose="02020609040205080304" pitchFamily="49" charset="-128"/>
                        <a:cs typeface="Times New Roman" panose="02020603050405020304" pitchFamily="18" charset="0"/>
                      </a:endParaRPr>
                    </a:p>
                  </a:txBody>
                  <a:tcPr marL="104430" marR="104430" marT="0" marB="0"/>
                </a:tc>
                <a:tc>
                  <a:txBody>
                    <a:bodyPr/>
                    <a:lstStyle/>
                    <a:p>
                      <a:pPr marL="0" marR="0">
                        <a:lnSpc>
                          <a:spcPct val="115000"/>
                        </a:lnSpc>
                        <a:spcAft>
                          <a:spcPts val="1000"/>
                        </a:spcAft>
                        <a:buNone/>
                      </a:pPr>
                      <a:r>
                        <a:rPr lang="en-US" sz="1600">
                          <a:effectLst/>
                        </a:rPr>
                        <a:t>STM32 HAL Drivers</a:t>
                      </a:r>
                      <a:endParaRPr lang="en-IN" sz="1600">
                        <a:effectLst/>
                        <a:latin typeface="Calibri" panose="020F0502020204030204" pitchFamily="34" charset="0"/>
                        <a:ea typeface="MS Mincho" panose="02020609040205080304" pitchFamily="49" charset="-128"/>
                        <a:cs typeface="Times New Roman" panose="02020603050405020304" pitchFamily="18" charset="0"/>
                      </a:endParaRPr>
                    </a:p>
                  </a:txBody>
                  <a:tcPr marL="104430" marR="104430" marT="0" marB="0"/>
                </a:tc>
                <a:tc>
                  <a:txBody>
                    <a:bodyPr/>
                    <a:lstStyle/>
                    <a:p>
                      <a:pPr marL="0" marR="0">
                        <a:lnSpc>
                          <a:spcPct val="115000"/>
                        </a:lnSpc>
                        <a:spcAft>
                          <a:spcPts val="1000"/>
                        </a:spcAft>
                        <a:buNone/>
                      </a:pPr>
                      <a:r>
                        <a:rPr lang="en-US" sz="1600">
                          <a:effectLst/>
                        </a:rPr>
                        <a:t>Hardware abstraction layer for ADC, DMA, Timer, SPI, UART, GPIO</a:t>
                      </a:r>
                      <a:endParaRPr lang="en-IN" sz="1600">
                        <a:effectLst/>
                        <a:latin typeface="Calibri" panose="020F0502020204030204" pitchFamily="34" charset="0"/>
                        <a:ea typeface="MS Mincho" panose="02020609040205080304" pitchFamily="49" charset="-128"/>
                        <a:cs typeface="Times New Roman" panose="02020603050405020304" pitchFamily="18" charset="0"/>
                      </a:endParaRPr>
                    </a:p>
                  </a:txBody>
                  <a:tcPr marL="104430" marR="104430" marT="0" marB="0"/>
                </a:tc>
                <a:extLst>
                  <a:ext uri="{0D108BD9-81ED-4DB2-BD59-A6C34878D82A}">
                    <a16:rowId xmlns:a16="http://schemas.microsoft.com/office/drawing/2014/main" val="3965297832"/>
                  </a:ext>
                </a:extLst>
              </a:tr>
              <a:tr h="604321">
                <a:tc>
                  <a:txBody>
                    <a:bodyPr/>
                    <a:lstStyle/>
                    <a:p>
                      <a:pPr marL="0" marR="0">
                        <a:lnSpc>
                          <a:spcPct val="115000"/>
                        </a:lnSpc>
                        <a:spcAft>
                          <a:spcPts val="1000"/>
                        </a:spcAft>
                        <a:buNone/>
                      </a:pPr>
                      <a:r>
                        <a:rPr lang="en-US" sz="1600">
                          <a:effectLst/>
                        </a:rPr>
                        <a:t>3</a:t>
                      </a:r>
                      <a:endParaRPr lang="en-IN" sz="1600">
                        <a:effectLst/>
                        <a:latin typeface="Calibri" panose="020F0502020204030204" pitchFamily="34" charset="0"/>
                        <a:ea typeface="MS Mincho" panose="02020609040205080304" pitchFamily="49" charset="-128"/>
                        <a:cs typeface="Times New Roman" panose="02020603050405020304" pitchFamily="18" charset="0"/>
                      </a:endParaRPr>
                    </a:p>
                  </a:txBody>
                  <a:tcPr marL="104430" marR="104430" marT="0" marB="0"/>
                </a:tc>
                <a:tc>
                  <a:txBody>
                    <a:bodyPr/>
                    <a:lstStyle/>
                    <a:p>
                      <a:pPr marL="0" marR="0">
                        <a:lnSpc>
                          <a:spcPct val="115000"/>
                        </a:lnSpc>
                        <a:spcAft>
                          <a:spcPts val="1000"/>
                        </a:spcAft>
                        <a:buNone/>
                      </a:pPr>
                      <a:r>
                        <a:rPr lang="en-US" sz="1600" dirty="0">
                          <a:effectLst/>
                        </a:rPr>
                        <a:t>CMSIS-DSP Library</a:t>
                      </a:r>
                      <a:endParaRPr lang="en-IN"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104430" marR="104430" marT="0" marB="0"/>
                </a:tc>
                <a:tc>
                  <a:txBody>
                    <a:bodyPr/>
                    <a:lstStyle/>
                    <a:p>
                      <a:pPr marL="0" marR="0">
                        <a:lnSpc>
                          <a:spcPct val="115000"/>
                        </a:lnSpc>
                        <a:spcAft>
                          <a:spcPts val="1000"/>
                        </a:spcAft>
                        <a:buNone/>
                      </a:pPr>
                      <a:r>
                        <a:rPr lang="en-US" sz="1600">
                          <a:effectLst/>
                        </a:rPr>
                        <a:t>Optimized FFT computation on ARM Cortex-M3</a:t>
                      </a:r>
                      <a:endParaRPr lang="en-IN" sz="1600">
                        <a:effectLst/>
                        <a:latin typeface="Calibri" panose="020F0502020204030204" pitchFamily="34" charset="0"/>
                        <a:ea typeface="MS Mincho" panose="02020609040205080304" pitchFamily="49" charset="-128"/>
                        <a:cs typeface="Times New Roman" panose="02020603050405020304" pitchFamily="18" charset="0"/>
                      </a:endParaRPr>
                    </a:p>
                  </a:txBody>
                  <a:tcPr marL="104430" marR="104430" marT="0" marB="0"/>
                </a:tc>
                <a:extLst>
                  <a:ext uri="{0D108BD9-81ED-4DB2-BD59-A6C34878D82A}">
                    <a16:rowId xmlns:a16="http://schemas.microsoft.com/office/drawing/2014/main" val="567568347"/>
                  </a:ext>
                </a:extLst>
              </a:tr>
              <a:tr h="320002">
                <a:tc>
                  <a:txBody>
                    <a:bodyPr/>
                    <a:lstStyle/>
                    <a:p>
                      <a:pPr marL="0" marR="0">
                        <a:lnSpc>
                          <a:spcPct val="115000"/>
                        </a:lnSpc>
                        <a:spcAft>
                          <a:spcPts val="1000"/>
                        </a:spcAft>
                        <a:buNone/>
                      </a:pPr>
                      <a:r>
                        <a:rPr lang="en-US" sz="1600">
                          <a:effectLst/>
                        </a:rPr>
                        <a:t>4</a:t>
                      </a:r>
                      <a:endParaRPr lang="en-IN" sz="1600">
                        <a:effectLst/>
                        <a:latin typeface="Calibri" panose="020F0502020204030204" pitchFamily="34" charset="0"/>
                        <a:ea typeface="MS Mincho" panose="02020609040205080304" pitchFamily="49" charset="-128"/>
                        <a:cs typeface="Times New Roman" panose="02020603050405020304" pitchFamily="18" charset="0"/>
                      </a:endParaRPr>
                    </a:p>
                  </a:txBody>
                  <a:tcPr marL="104430" marR="104430" marT="0" marB="0"/>
                </a:tc>
                <a:tc>
                  <a:txBody>
                    <a:bodyPr/>
                    <a:lstStyle/>
                    <a:p>
                      <a:pPr marL="0" marR="0">
                        <a:lnSpc>
                          <a:spcPct val="115000"/>
                        </a:lnSpc>
                        <a:spcAft>
                          <a:spcPts val="1000"/>
                        </a:spcAft>
                        <a:buNone/>
                      </a:pPr>
                      <a:r>
                        <a:rPr lang="en-US" sz="1600">
                          <a:effectLst/>
                        </a:rPr>
                        <a:t>Arduino IDE</a:t>
                      </a:r>
                      <a:endParaRPr lang="en-IN" sz="1600">
                        <a:effectLst/>
                        <a:latin typeface="Calibri" panose="020F0502020204030204" pitchFamily="34" charset="0"/>
                        <a:ea typeface="MS Mincho" panose="02020609040205080304" pitchFamily="49" charset="-128"/>
                        <a:cs typeface="Times New Roman" panose="02020603050405020304" pitchFamily="18" charset="0"/>
                      </a:endParaRPr>
                    </a:p>
                  </a:txBody>
                  <a:tcPr marL="104430" marR="104430" marT="0" marB="0"/>
                </a:tc>
                <a:tc>
                  <a:txBody>
                    <a:bodyPr/>
                    <a:lstStyle/>
                    <a:p>
                      <a:pPr marL="0" marR="0">
                        <a:lnSpc>
                          <a:spcPct val="115000"/>
                        </a:lnSpc>
                        <a:spcAft>
                          <a:spcPts val="1000"/>
                        </a:spcAft>
                        <a:buNone/>
                      </a:pPr>
                      <a:r>
                        <a:rPr lang="en-US" sz="1600">
                          <a:effectLst/>
                        </a:rPr>
                        <a:t>ESP8266 firmware development (C/C++)</a:t>
                      </a:r>
                      <a:endParaRPr lang="en-IN" sz="1600">
                        <a:effectLst/>
                        <a:latin typeface="Calibri" panose="020F0502020204030204" pitchFamily="34" charset="0"/>
                        <a:ea typeface="MS Mincho" panose="02020609040205080304" pitchFamily="49" charset="-128"/>
                        <a:cs typeface="Times New Roman" panose="02020603050405020304" pitchFamily="18" charset="0"/>
                      </a:endParaRPr>
                    </a:p>
                  </a:txBody>
                  <a:tcPr marL="104430" marR="104430" marT="0" marB="0"/>
                </a:tc>
                <a:extLst>
                  <a:ext uri="{0D108BD9-81ED-4DB2-BD59-A6C34878D82A}">
                    <a16:rowId xmlns:a16="http://schemas.microsoft.com/office/drawing/2014/main" val="1057419562"/>
                  </a:ext>
                </a:extLst>
              </a:tr>
              <a:tr h="320002">
                <a:tc>
                  <a:txBody>
                    <a:bodyPr/>
                    <a:lstStyle/>
                    <a:p>
                      <a:pPr marL="0" marR="0">
                        <a:lnSpc>
                          <a:spcPct val="115000"/>
                        </a:lnSpc>
                        <a:spcAft>
                          <a:spcPts val="1000"/>
                        </a:spcAft>
                        <a:buNone/>
                      </a:pPr>
                      <a:r>
                        <a:rPr lang="en-US" sz="1600">
                          <a:effectLst/>
                        </a:rPr>
                        <a:t>5</a:t>
                      </a:r>
                      <a:endParaRPr lang="en-IN" sz="1600">
                        <a:effectLst/>
                        <a:latin typeface="Calibri" panose="020F0502020204030204" pitchFamily="34" charset="0"/>
                        <a:ea typeface="MS Mincho" panose="02020609040205080304" pitchFamily="49" charset="-128"/>
                        <a:cs typeface="Times New Roman" panose="02020603050405020304" pitchFamily="18" charset="0"/>
                      </a:endParaRPr>
                    </a:p>
                  </a:txBody>
                  <a:tcPr marL="104430" marR="104430" marT="0" marB="0"/>
                </a:tc>
                <a:tc>
                  <a:txBody>
                    <a:bodyPr/>
                    <a:lstStyle/>
                    <a:p>
                      <a:pPr marL="0" marR="0">
                        <a:lnSpc>
                          <a:spcPct val="115000"/>
                        </a:lnSpc>
                        <a:spcAft>
                          <a:spcPts val="1000"/>
                        </a:spcAft>
                        <a:buNone/>
                      </a:pPr>
                      <a:r>
                        <a:rPr lang="en-US" sz="1600">
                          <a:effectLst/>
                        </a:rPr>
                        <a:t>ESP8266 Arduino Core</a:t>
                      </a:r>
                      <a:endParaRPr lang="en-IN" sz="1600">
                        <a:effectLst/>
                        <a:latin typeface="Calibri" panose="020F0502020204030204" pitchFamily="34" charset="0"/>
                        <a:ea typeface="MS Mincho" panose="02020609040205080304" pitchFamily="49" charset="-128"/>
                        <a:cs typeface="Times New Roman" panose="02020603050405020304" pitchFamily="18" charset="0"/>
                      </a:endParaRPr>
                    </a:p>
                  </a:txBody>
                  <a:tcPr marL="104430" marR="104430" marT="0" marB="0"/>
                </a:tc>
                <a:tc>
                  <a:txBody>
                    <a:bodyPr/>
                    <a:lstStyle/>
                    <a:p>
                      <a:pPr marL="0" marR="0">
                        <a:lnSpc>
                          <a:spcPct val="115000"/>
                        </a:lnSpc>
                        <a:spcAft>
                          <a:spcPts val="1000"/>
                        </a:spcAft>
                        <a:buNone/>
                      </a:pPr>
                      <a:r>
                        <a:rPr lang="en-US" sz="1600">
                          <a:effectLst/>
                        </a:rPr>
                        <a:t>WiFi, web server, and SPIFFS libraries</a:t>
                      </a:r>
                      <a:endParaRPr lang="en-IN" sz="1600">
                        <a:effectLst/>
                        <a:latin typeface="Calibri" panose="020F0502020204030204" pitchFamily="34" charset="0"/>
                        <a:ea typeface="MS Mincho" panose="02020609040205080304" pitchFamily="49" charset="-128"/>
                        <a:cs typeface="Times New Roman" panose="02020603050405020304" pitchFamily="18" charset="0"/>
                      </a:endParaRPr>
                    </a:p>
                  </a:txBody>
                  <a:tcPr marL="104430" marR="104430" marT="0" marB="0"/>
                </a:tc>
                <a:extLst>
                  <a:ext uri="{0D108BD9-81ED-4DB2-BD59-A6C34878D82A}">
                    <a16:rowId xmlns:a16="http://schemas.microsoft.com/office/drawing/2014/main" val="2572556030"/>
                  </a:ext>
                </a:extLst>
              </a:tr>
              <a:tr h="320002">
                <a:tc>
                  <a:txBody>
                    <a:bodyPr/>
                    <a:lstStyle/>
                    <a:p>
                      <a:pPr marL="0" marR="0">
                        <a:lnSpc>
                          <a:spcPct val="115000"/>
                        </a:lnSpc>
                        <a:spcAft>
                          <a:spcPts val="1000"/>
                        </a:spcAft>
                        <a:buNone/>
                      </a:pPr>
                      <a:r>
                        <a:rPr lang="en-US" sz="1600">
                          <a:effectLst/>
                        </a:rPr>
                        <a:t>6</a:t>
                      </a:r>
                      <a:endParaRPr lang="en-IN" sz="1600">
                        <a:effectLst/>
                        <a:latin typeface="Calibri" panose="020F0502020204030204" pitchFamily="34" charset="0"/>
                        <a:ea typeface="MS Mincho" panose="02020609040205080304" pitchFamily="49" charset="-128"/>
                        <a:cs typeface="Times New Roman" panose="02020603050405020304" pitchFamily="18" charset="0"/>
                      </a:endParaRPr>
                    </a:p>
                  </a:txBody>
                  <a:tcPr marL="104430" marR="104430" marT="0" marB="0"/>
                </a:tc>
                <a:tc>
                  <a:txBody>
                    <a:bodyPr/>
                    <a:lstStyle/>
                    <a:p>
                      <a:pPr marL="0" marR="0">
                        <a:lnSpc>
                          <a:spcPct val="115000"/>
                        </a:lnSpc>
                        <a:spcAft>
                          <a:spcPts val="1000"/>
                        </a:spcAft>
                        <a:buNone/>
                      </a:pPr>
                      <a:r>
                        <a:rPr lang="en-US" sz="1600">
                          <a:effectLst/>
                        </a:rPr>
                        <a:t>HTML + CSS + JavaScript</a:t>
                      </a:r>
                      <a:endParaRPr lang="en-IN" sz="1600">
                        <a:effectLst/>
                        <a:latin typeface="Calibri" panose="020F0502020204030204" pitchFamily="34" charset="0"/>
                        <a:ea typeface="MS Mincho" panose="02020609040205080304" pitchFamily="49" charset="-128"/>
                        <a:cs typeface="Times New Roman" panose="02020603050405020304" pitchFamily="18" charset="0"/>
                      </a:endParaRPr>
                    </a:p>
                  </a:txBody>
                  <a:tcPr marL="104430" marR="104430" marT="0" marB="0"/>
                </a:tc>
                <a:tc>
                  <a:txBody>
                    <a:bodyPr/>
                    <a:lstStyle/>
                    <a:p>
                      <a:pPr marL="0" marR="0">
                        <a:lnSpc>
                          <a:spcPct val="115000"/>
                        </a:lnSpc>
                        <a:spcAft>
                          <a:spcPts val="1000"/>
                        </a:spcAft>
                        <a:buNone/>
                      </a:pPr>
                      <a:r>
                        <a:rPr lang="en-US" sz="1600">
                          <a:effectLst/>
                        </a:rPr>
                        <a:t>Web dashboard (served from ESP8266)</a:t>
                      </a:r>
                      <a:endParaRPr lang="en-IN" sz="1600">
                        <a:effectLst/>
                        <a:latin typeface="Calibri" panose="020F0502020204030204" pitchFamily="34" charset="0"/>
                        <a:ea typeface="MS Mincho" panose="02020609040205080304" pitchFamily="49" charset="-128"/>
                        <a:cs typeface="Times New Roman" panose="02020603050405020304" pitchFamily="18" charset="0"/>
                      </a:endParaRPr>
                    </a:p>
                  </a:txBody>
                  <a:tcPr marL="104430" marR="104430" marT="0" marB="0"/>
                </a:tc>
                <a:extLst>
                  <a:ext uri="{0D108BD9-81ED-4DB2-BD59-A6C34878D82A}">
                    <a16:rowId xmlns:a16="http://schemas.microsoft.com/office/drawing/2014/main" val="2694119561"/>
                  </a:ext>
                </a:extLst>
              </a:tr>
              <a:tr h="604321">
                <a:tc>
                  <a:txBody>
                    <a:bodyPr/>
                    <a:lstStyle/>
                    <a:p>
                      <a:pPr marL="0" marR="0">
                        <a:lnSpc>
                          <a:spcPct val="115000"/>
                        </a:lnSpc>
                        <a:spcAft>
                          <a:spcPts val="1000"/>
                        </a:spcAft>
                        <a:buNone/>
                      </a:pPr>
                      <a:r>
                        <a:rPr lang="en-US" sz="1600">
                          <a:effectLst/>
                        </a:rPr>
                        <a:t>7</a:t>
                      </a:r>
                      <a:endParaRPr lang="en-IN" sz="1600">
                        <a:effectLst/>
                        <a:latin typeface="Calibri" panose="020F0502020204030204" pitchFamily="34" charset="0"/>
                        <a:ea typeface="MS Mincho" panose="02020609040205080304" pitchFamily="49" charset="-128"/>
                        <a:cs typeface="Times New Roman" panose="02020603050405020304" pitchFamily="18" charset="0"/>
                      </a:endParaRPr>
                    </a:p>
                  </a:txBody>
                  <a:tcPr marL="104430" marR="104430" marT="0" marB="0"/>
                </a:tc>
                <a:tc>
                  <a:txBody>
                    <a:bodyPr/>
                    <a:lstStyle/>
                    <a:p>
                      <a:pPr marL="0" marR="0">
                        <a:lnSpc>
                          <a:spcPct val="115000"/>
                        </a:lnSpc>
                        <a:spcAft>
                          <a:spcPts val="1000"/>
                        </a:spcAft>
                        <a:buNone/>
                      </a:pPr>
                      <a:r>
                        <a:rPr lang="en-US" sz="1600">
                          <a:effectLst/>
                        </a:rPr>
                        <a:t>Chart.js</a:t>
                      </a:r>
                      <a:endParaRPr lang="en-IN" sz="1600">
                        <a:effectLst/>
                        <a:latin typeface="Calibri" panose="020F0502020204030204" pitchFamily="34" charset="0"/>
                        <a:ea typeface="MS Mincho" panose="02020609040205080304" pitchFamily="49" charset="-128"/>
                        <a:cs typeface="Times New Roman" panose="02020603050405020304" pitchFamily="18" charset="0"/>
                      </a:endParaRPr>
                    </a:p>
                  </a:txBody>
                  <a:tcPr marL="104430" marR="104430" marT="0" marB="0"/>
                </a:tc>
                <a:tc>
                  <a:txBody>
                    <a:bodyPr/>
                    <a:lstStyle/>
                    <a:p>
                      <a:pPr marL="0" marR="0">
                        <a:lnSpc>
                          <a:spcPct val="115000"/>
                        </a:lnSpc>
                        <a:spcAft>
                          <a:spcPts val="1000"/>
                        </a:spcAft>
                        <a:buNone/>
                      </a:pPr>
                      <a:r>
                        <a:rPr lang="en-US" sz="1600" dirty="0">
                          <a:effectLst/>
                        </a:rPr>
                        <a:t>Browser-based charting library for live graphs on dashboard</a:t>
                      </a:r>
                      <a:endParaRPr lang="en-IN" sz="1600" dirty="0">
                        <a:effectLst/>
                        <a:latin typeface="Calibri" panose="020F0502020204030204" pitchFamily="34" charset="0"/>
                        <a:ea typeface="MS Mincho" panose="02020609040205080304" pitchFamily="49" charset="-128"/>
                        <a:cs typeface="Times New Roman" panose="02020603050405020304" pitchFamily="18" charset="0"/>
                      </a:endParaRPr>
                    </a:p>
                  </a:txBody>
                  <a:tcPr marL="104430" marR="104430" marT="0" marB="0"/>
                </a:tc>
                <a:extLst>
                  <a:ext uri="{0D108BD9-81ED-4DB2-BD59-A6C34878D82A}">
                    <a16:rowId xmlns:a16="http://schemas.microsoft.com/office/drawing/2014/main" val="358223621"/>
                  </a:ext>
                </a:extLst>
              </a:tr>
            </a:tbl>
          </a:graphicData>
        </a:graphic>
      </p:graphicFrame>
    </p:spTree>
    <p:extLst>
      <p:ext uri="{BB962C8B-B14F-4D97-AF65-F5344CB8AC3E}">
        <p14:creationId xmlns:p14="http://schemas.microsoft.com/office/powerpoint/2010/main" val="2661435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E9AF2-B1F9-9E25-CD43-69475151EC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0DBBE3-8D1C-1772-4B27-83EE240A4A4A}"/>
              </a:ext>
            </a:extLst>
          </p:cNvPr>
          <p:cNvSpPr>
            <a:spLocks noGrp="1"/>
          </p:cNvSpPr>
          <p:nvPr>
            <p:ph type="title"/>
          </p:nvPr>
        </p:nvSpPr>
        <p:spPr>
          <a:xfrm>
            <a:off x="842765" y="832838"/>
            <a:ext cx="6309149" cy="451675"/>
          </a:xfrm>
        </p:spPr>
        <p:txBody>
          <a:bodyPr>
            <a:normAutofit fontScale="90000"/>
          </a:bodyPr>
          <a:lstStyle/>
          <a:p>
            <a:r>
              <a:rPr lang="en-US" dirty="0"/>
              <a:t>Expected output</a:t>
            </a:r>
          </a:p>
        </p:txBody>
      </p:sp>
      <p:sp>
        <p:nvSpPr>
          <p:cNvPr id="7" name="Text Placeholder 6">
            <a:extLst>
              <a:ext uri="{FF2B5EF4-FFF2-40B4-BE49-F238E27FC236}">
                <a16:creationId xmlns:a16="http://schemas.microsoft.com/office/drawing/2014/main" id="{D4C2ADDD-3857-3246-A988-7E1A84BA38F9}"/>
              </a:ext>
            </a:extLst>
          </p:cNvPr>
          <p:cNvSpPr>
            <a:spLocks noGrp="1"/>
          </p:cNvSpPr>
          <p:nvPr>
            <p:ph type="body" sz="quarter" idx="15"/>
          </p:nvPr>
        </p:nvSpPr>
        <p:spPr>
          <a:xfrm>
            <a:off x="842765" y="1783715"/>
            <a:ext cx="4859945" cy="2119691"/>
          </a:xfrm>
        </p:spPr>
        <p:txBody>
          <a:bodyPr>
            <a:normAutofit lnSpcReduction="10000"/>
          </a:bodyPr>
          <a:lstStyle/>
          <a:p>
            <a:r>
              <a:rPr lang="en-US" b="1" dirty="0"/>
              <a:t>1. Real-Time Measurements on TFT Display:</a:t>
            </a:r>
            <a:endParaRPr lang="en-IN" dirty="0"/>
          </a:p>
          <a:p>
            <a:pPr marL="285750" lvl="0" indent="-285750">
              <a:buFont typeface="Arial" panose="020B0604020202020204" pitchFamily="34" charset="0"/>
              <a:buChar char="•"/>
            </a:pPr>
            <a:r>
              <a:rPr lang="en-US" dirty="0"/>
              <a:t>RMS Voltage (~230V), RMS Current, Frequency (~50Hz)</a:t>
            </a:r>
            <a:endParaRPr lang="en-IN" dirty="0"/>
          </a:p>
          <a:p>
            <a:pPr marL="285750" lvl="0" indent="-285750">
              <a:buFont typeface="Arial" panose="020B0604020202020204" pitchFamily="34" charset="0"/>
              <a:buChar char="•"/>
            </a:pPr>
            <a:r>
              <a:rPr lang="en-US" dirty="0"/>
              <a:t>Real Power (W), Apparent Power (VA), Reactive Power (VAR)</a:t>
            </a:r>
            <a:endParaRPr lang="en-IN" dirty="0"/>
          </a:p>
          <a:p>
            <a:pPr marL="285750" lvl="0" indent="-285750">
              <a:buFont typeface="Arial" panose="020B0604020202020204" pitchFamily="34" charset="0"/>
              <a:buChar char="•"/>
            </a:pPr>
            <a:r>
              <a:rPr lang="en-US" dirty="0"/>
              <a:t>Power Factor (0 to 1.0)</a:t>
            </a:r>
            <a:endParaRPr lang="en-IN" dirty="0"/>
          </a:p>
          <a:p>
            <a:pPr marL="285750" lvl="0" indent="-285750">
              <a:buFont typeface="Arial" panose="020B0604020202020204" pitchFamily="34" charset="0"/>
              <a:buChar char="•"/>
            </a:pPr>
            <a:r>
              <a:rPr lang="en-US" dirty="0"/>
              <a:t>THD percentage with harmonic bar chart</a:t>
            </a:r>
            <a:endParaRPr lang="en-IN" dirty="0"/>
          </a:p>
          <a:p>
            <a:pPr marL="285750" lvl="0" indent="-285750">
              <a:buFont typeface="Arial" panose="020B0604020202020204" pitchFamily="34" charset="0"/>
              <a:buChar char="•"/>
            </a:pPr>
            <a:r>
              <a:rPr lang="en-US" dirty="0"/>
              <a:t>Live voltage waveform (oscilloscope-style view)</a:t>
            </a:r>
            <a:endParaRPr lang="en-IN" dirty="0"/>
          </a:p>
        </p:txBody>
      </p:sp>
      <p:sp>
        <p:nvSpPr>
          <p:cNvPr id="4" name="Slide Number Placeholder 3">
            <a:extLst>
              <a:ext uri="{FF2B5EF4-FFF2-40B4-BE49-F238E27FC236}">
                <a16:creationId xmlns:a16="http://schemas.microsoft.com/office/drawing/2014/main" id="{48D491E8-1001-DC21-89F7-8F164002A65D}"/>
              </a:ext>
            </a:extLst>
          </p:cNvPr>
          <p:cNvSpPr>
            <a:spLocks noGrp="1"/>
          </p:cNvSpPr>
          <p:nvPr>
            <p:ph type="sldNum" sz="quarter" idx="22"/>
          </p:nvPr>
        </p:nvSpPr>
        <p:spPr>
          <a:xfrm>
            <a:off x="7522027" y="5670550"/>
            <a:ext cx="930738" cy="537094"/>
          </a:xfrm>
        </p:spPr>
        <p:txBody>
          <a:bodyPr/>
          <a:lstStyle/>
          <a:p>
            <a:fld id="{19B51A1E-902D-48AF-9020-955120F399B6}" type="slidenum">
              <a:rPr lang="en-US" smtClean="0"/>
              <a:pPr/>
              <a:t>10</a:t>
            </a:fld>
            <a:endParaRPr lang="en-US" dirty="0"/>
          </a:p>
        </p:txBody>
      </p:sp>
      <p:sp>
        <p:nvSpPr>
          <p:cNvPr id="3" name="Text Placeholder 6">
            <a:extLst>
              <a:ext uri="{FF2B5EF4-FFF2-40B4-BE49-F238E27FC236}">
                <a16:creationId xmlns:a16="http://schemas.microsoft.com/office/drawing/2014/main" id="{FEF7BD50-FFA2-6BDF-CAC8-81C49CDBDD37}"/>
              </a:ext>
            </a:extLst>
          </p:cNvPr>
          <p:cNvSpPr txBox="1">
            <a:spLocks/>
          </p:cNvSpPr>
          <p:nvPr/>
        </p:nvSpPr>
        <p:spPr>
          <a:xfrm>
            <a:off x="5973980" y="1783715"/>
            <a:ext cx="6033674" cy="2119691"/>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2. Web Dashboard (accessible from any browser on same </a:t>
            </a:r>
            <a:r>
              <a:rPr lang="en-US" b="1" dirty="0" err="1"/>
              <a:t>WiFi</a:t>
            </a:r>
            <a:r>
              <a:rPr lang="en-US" b="1" dirty="0"/>
              <a:t>):</a:t>
            </a:r>
            <a:endParaRPr lang="en-IN" dirty="0"/>
          </a:p>
          <a:p>
            <a:pPr marL="285750" indent="-285750">
              <a:buFont typeface="Arial" panose="020B0604020202020204" pitchFamily="34" charset="0"/>
              <a:buChar char="•"/>
            </a:pPr>
            <a:r>
              <a:rPr lang="en-US" dirty="0"/>
              <a:t>Live updating numerical values of all parameters</a:t>
            </a:r>
            <a:endParaRPr lang="en-IN" dirty="0"/>
          </a:p>
          <a:p>
            <a:pPr marL="285750" indent="-285750">
              <a:buFont typeface="Arial" panose="020B0604020202020204" pitchFamily="34" charset="0"/>
              <a:buChar char="•"/>
            </a:pPr>
            <a:r>
              <a:rPr lang="en-US" dirty="0"/>
              <a:t>Historical trend graphs (voltage and current over time)</a:t>
            </a:r>
            <a:endParaRPr lang="en-IN" dirty="0"/>
          </a:p>
          <a:p>
            <a:pPr marL="285750" indent="-285750">
              <a:buFont typeface="Arial" panose="020B0604020202020204" pitchFamily="34" charset="0"/>
              <a:buChar char="•"/>
            </a:pPr>
            <a:r>
              <a:rPr lang="en-US" dirty="0"/>
              <a:t>Threshold alerts highlighted in red</a:t>
            </a:r>
            <a:endParaRPr lang="en-IN" dirty="0"/>
          </a:p>
          <a:p>
            <a:pPr marL="285750" indent="-285750">
              <a:buFont typeface="Arial" panose="020B0604020202020204" pitchFamily="34" charset="0"/>
              <a:buChar char="•"/>
            </a:pPr>
            <a:r>
              <a:rPr lang="en-US" dirty="0"/>
              <a:t>CSV data export for offline analysis</a:t>
            </a:r>
            <a:endParaRPr lang="en-IN" dirty="0"/>
          </a:p>
        </p:txBody>
      </p:sp>
      <p:sp>
        <p:nvSpPr>
          <p:cNvPr id="5" name="Text Placeholder 6">
            <a:extLst>
              <a:ext uri="{FF2B5EF4-FFF2-40B4-BE49-F238E27FC236}">
                <a16:creationId xmlns:a16="http://schemas.microsoft.com/office/drawing/2014/main" id="{81BE3F96-6B14-0C02-DD50-2A403C5656CB}"/>
              </a:ext>
            </a:extLst>
          </p:cNvPr>
          <p:cNvSpPr txBox="1">
            <a:spLocks/>
          </p:cNvSpPr>
          <p:nvPr/>
        </p:nvSpPr>
        <p:spPr>
          <a:xfrm>
            <a:off x="842765" y="4054157"/>
            <a:ext cx="4859944" cy="161639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3. Alert System:</a:t>
            </a:r>
            <a:endParaRPr lang="en-IN" dirty="0"/>
          </a:p>
          <a:p>
            <a:pPr marL="285750" indent="-285750">
              <a:buFont typeface="Arial" panose="020B0604020202020204" pitchFamily="34" charset="0"/>
              <a:buChar char="•"/>
            </a:pPr>
            <a:r>
              <a:rPr lang="en-US" dirty="0"/>
              <a:t>Buzzer sounds on threshold breach</a:t>
            </a:r>
            <a:endParaRPr lang="en-IN" dirty="0"/>
          </a:p>
          <a:p>
            <a:pPr marL="285750" indent="-285750">
              <a:buFont typeface="Arial" panose="020B0604020202020204" pitchFamily="34" charset="0"/>
              <a:buChar char="•"/>
            </a:pPr>
            <a:r>
              <a:rPr lang="en-US" dirty="0"/>
              <a:t>Red LED turns on for visual alert</a:t>
            </a:r>
            <a:endParaRPr lang="en-IN" dirty="0"/>
          </a:p>
          <a:p>
            <a:pPr marL="285750" indent="-285750">
              <a:buFont typeface="Arial" panose="020B0604020202020204" pitchFamily="34" charset="0"/>
              <a:buChar char="•"/>
            </a:pPr>
            <a:r>
              <a:rPr lang="en-US" dirty="0"/>
              <a:t>Web dashboard highlights parameter in red</a:t>
            </a:r>
            <a:endParaRPr lang="en-IN" dirty="0"/>
          </a:p>
        </p:txBody>
      </p:sp>
      <p:sp>
        <p:nvSpPr>
          <p:cNvPr id="6" name="Text Placeholder 6">
            <a:extLst>
              <a:ext uri="{FF2B5EF4-FFF2-40B4-BE49-F238E27FC236}">
                <a16:creationId xmlns:a16="http://schemas.microsoft.com/office/drawing/2014/main" id="{04E8715B-46FC-6DEA-179F-5EE5F5B8F8B7}"/>
              </a:ext>
            </a:extLst>
          </p:cNvPr>
          <p:cNvSpPr txBox="1">
            <a:spLocks/>
          </p:cNvSpPr>
          <p:nvPr/>
        </p:nvSpPr>
        <p:spPr>
          <a:xfrm>
            <a:off x="6096000" y="4054157"/>
            <a:ext cx="5911654" cy="1616393"/>
          </a:xfrm>
          <a:prstGeom prst="rect">
            <a:avLst/>
          </a:prstGeom>
        </p:spPr>
        <p:txBody>
          <a:bodyPr vert="horz" lIns="91440" tIns="45720" rIns="91440" bIns="45720" rtlCol="0">
            <a:normAutofit lnSpcReduction="10000"/>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4. Expected Accuracy:</a:t>
            </a:r>
            <a:endParaRPr lang="en-IN" dirty="0"/>
          </a:p>
          <a:p>
            <a:pPr marL="285750" indent="-285750">
              <a:buFont typeface="Arial" panose="020B0604020202020204" pitchFamily="34" charset="0"/>
              <a:buChar char="•"/>
            </a:pPr>
            <a:r>
              <a:rPr lang="en-US" dirty="0"/>
              <a:t>Voltage measurement: ±2% of multimeter reading</a:t>
            </a:r>
            <a:endParaRPr lang="en-IN" dirty="0"/>
          </a:p>
          <a:p>
            <a:pPr marL="285750" indent="-285750">
              <a:buFont typeface="Arial" panose="020B0604020202020204" pitchFamily="34" charset="0"/>
              <a:buChar char="•"/>
            </a:pPr>
            <a:r>
              <a:rPr lang="en-US" dirty="0"/>
              <a:t>Current measurement: ±3% of multimeter reading</a:t>
            </a:r>
            <a:endParaRPr lang="en-IN" dirty="0"/>
          </a:p>
          <a:p>
            <a:pPr marL="285750" indent="-285750">
              <a:buFont typeface="Arial" panose="020B0604020202020204" pitchFamily="34" charset="0"/>
              <a:buChar char="•"/>
            </a:pPr>
            <a:r>
              <a:rPr lang="en-US" dirty="0"/>
              <a:t>Frequency detection: ±0.1 Hz</a:t>
            </a:r>
            <a:endParaRPr lang="en-IN" dirty="0"/>
          </a:p>
          <a:p>
            <a:pPr marL="285750" indent="-285750">
              <a:buFont typeface="Arial" panose="020B0604020202020204" pitchFamily="34" charset="0"/>
              <a:buChar char="•"/>
            </a:pPr>
            <a:r>
              <a:rPr lang="en-US" dirty="0"/>
              <a:t>THD computation: ±2% compared to reference analyzer</a:t>
            </a:r>
            <a:endParaRPr lang="en-IN" dirty="0"/>
          </a:p>
          <a:p>
            <a:pPr marL="342900" indent="-342900">
              <a:buFont typeface="+mj-lt"/>
              <a:buAutoNum type="arabicPeriod"/>
            </a:pPr>
            <a:endParaRPr lang="en-IN" sz="1600" dirty="0"/>
          </a:p>
        </p:txBody>
      </p:sp>
    </p:spTree>
    <p:extLst>
      <p:ext uri="{BB962C8B-B14F-4D97-AF65-F5344CB8AC3E}">
        <p14:creationId xmlns:p14="http://schemas.microsoft.com/office/powerpoint/2010/main" val="1900097393"/>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180624 Minimalist light sales pitch_Win32_v3" id="{10980D2D-A96C-4E9B-A00E-81C4CAF0ABBD}" vid="{7928933E-F394-4192-9CD9-6D2A259AB5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966C46A-DC57-4209-80CD-9FE6C93151FF}">
  <ds:schemaRefs>
    <ds:schemaRef ds:uri="http://schemas.microsoft.com/sharepoint/v3/contenttype/forms"/>
  </ds:schemaRefs>
</ds:datastoreItem>
</file>

<file path=customXml/itemProps2.xml><?xml version="1.0" encoding="utf-8"?>
<ds:datastoreItem xmlns:ds="http://schemas.openxmlformats.org/officeDocument/2006/customXml" ds:itemID="{BEFFFA3F-0FB5-4ED3-8906-A15B16577F4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E18436D-DA32-4E27-AC64-8FFEDA5218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{EF208AFA-A424-42A1-8783-815AA7EE3084}TF1ed81438-95a7-4ae9-841d-43ea2c64f7fc8ae7ff09_win32-aa52a5bb69e3</Template>
  <TotalTime>568</TotalTime>
  <Words>1006</Words>
  <Application>Microsoft Office PowerPoint</Application>
  <PresentationFormat>Widescreen</PresentationFormat>
  <Paragraphs>169</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Tenorite</vt:lpstr>
      <vt:lpstr>Monoline</vt:lpstr>
      <vt:lpstr>Design and Implementation of a Low-Cost STM32-Based Power Quality Analyzer with IoT-Enabled Web Dashboard</vt:lpstr>
      <vt:lpstr>Student Details:</vt:lpstr>
      <vt:lpstr>introduction</vt:lpstr>
      <vt:lpstr>Literature Review</vt:lpstr>
      <vt:lpstr>Scope of project</vt:lpstr>
      <vt:lpstr>PowerPoint Presentation</vt:lpstr>
      <vt:lpstr>PowerPoint Presentation</vt:lpstr>
      <vt:lpstr>Hardware components to be used</vt:lpstr>
      <vt:lpstr>Software required</vt:lpstr>
      <vt:lpstr>Expected output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Vedant Nandanwar</dc:creator>
  <cp:lastModifiedBy>Vedant Nandanwar</cp:lastModifiedBy>
  <cp:revision>1</cp:revision>
  <dcterms:created xsi:type="dcterms:W3CDTF">2026-03-03T21:25:07Z</dcterms:created>
  <dcterms:modified xsi:type="dcterms:W3CDTF">2026-03-04T06:56:00Z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